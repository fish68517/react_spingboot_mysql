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257" r:id="rId5"/>
    <p:sldId id="259" r:id="rId6"/>
    <p:sldId id="260" r:id="rId7"/>
    <p:sldId id="262" r:id="rId8"/>
    <p:sldId id="263" r:id="rId9"/>
    <p:sldId id="264" r:id="rId10"/>
    <p:sldId id="265" r:id="rId11"/>
    <p:sldId id="266" r:id="rId12"/>
    <p:sldId id="268" r:id="rId13"/>
    <p:sldId id="270" r:id="rId14"/>
    <p:sldId id="271" r:id="rId15"/>
    <p:sldId id="274" r:id="rId16"/>
    <p:sldId id="279" r:id="rId17"/>
    <p:sldId id="280" r:id="rId18"/>
    <p:sldId id="282" r:id="rId19"/>
  </p:sldIdLst>
  <p:sldSz cx="12192000" cy="6858000"/>
  <p:notesSz cx="6858000" cy="12192000"/>
  <p:embeddedFontLst>
    <p:embeddedFont>
      <p:font typeface="MiSans" pitchFamily="34" charset="-122"/>
      <p:regular r:id="rId23"/>
    </p:embeddedFont>
    <p:embeddedFont>
      <p:font typeface="MiSans" pitchFamily="34" charset="-120"/>
      <p:regular r:id="rId24"/>
    </p:embeddedFont>
    <p:embeddedFont>
      <p:font typeface="Noto Sans SC" panose="020B0200000000000000" pitchFamily="34" charset="-122"/>
      <p:regular r:id="rId25"/>
    </p:embeddedFont>
    <p:embeddedFont>
      <p:font typeface="Noto Sans SC" panose="020B0200000000000000" pitchFamily="34" charset="-120"/>
      <p:regular r:id="rId26"/>
    </p:embeddedFont>
    <p:embeddedFont>
      <p:font typeface="Calibri" panose="020F0502020204030204" charset="0"/>
      <p:regular r:id="rId27"/>
      <p:bold r:id="rId28"/>
      <p:italic r:id="rId29"/>
      <p:boldItalic r:id="rId30"/>
    </p:embeddedFont>
    <p:embeddedFont>
      <p:font typeface="等线" panose="02010600030101010101" charset="-122"/>
      <p:regular r:id="rId31"/>
    </p:embeddedFont>
    <p:embeddedFont>
      <p:font typeface="MS Gothic" panose="020B0609070205080204" charset="-128"/>
      <p:regular r:id="rId32"/>
    </p:embeddedFont>
    <p:embeddedFont>
      <p:font typeface="Microsoft JhengHei" panose="020B0604030504040204" charset="-120"/>
      <p:regular r:id="rId3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3" Type="http://schemas.openxmlformats.org/officeDocument/2006/relationships/font" Target="fonts/font11.fntdata"/><Relationship Id="rId32" Type="http://schemas.openxmlformats.org/officeDocument/2006/relationships/font" Target="fonts/font10.fntdata"/><Relationship Id="rId31" Type="http://schemas.openxmlformats.org/officeDocument/2006/relationships/font" Target="fonts/font9.fntdata"/><Relationship Id="rId30" Type="http://schemas.openxmlformats.org/officeDocument/2006/relationships/font" Target="fonts/font8.fntdata"/><Relationship Id="rId3" Type="http://schemas.openxmlformats.org/officeDocument/2006/relationships/slide" Target="slides/slide1.xml"/><Relationship Id="rId29" Type="http://schemas.openxmlformats.org/officeDocument/2006/relationships/font" Target="fonts/font7.fntdata"/><Relationship Id="rId28" Type="http://schemas.openxmlformats.org/officeDocument/2006/relationships/font" Target="fonts/font6.fntdata"/><Relationship Id="rId27" Type="http://schemas.openxmlformats.org/officeDocument/2006/relationships/font" Target="fonts/font5.fntdata"/><Relationship Id="rId26" Type="http://schemas.openxmlformats.org/officeDocument/2006/relationships/font" Target="fonts/font4.fntdata"/><Relationship Id="rId25" Type="http://schemas.openxmlformats.org/officeDocument/2006/relationships/font" Target="fonts/font3.fntdata"/><Relationship Id="rId24" Type="http://schemas.openxmlformats.org/officeDocument/2006/relationships/font" Target="fonts/font2.fntdata"/><Relationship Id="rId23" Type="http://schemas.openxmlformats.org/officeDocument/2006/relationships/font" Target="fonts/font1.fntdata"/><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t>●</a:t>
            </a:r>
            <a:r>
              <a:rPr lang="zh-CN" altLang="en-US" b="1" dirty="0"/>
              <a:t>选题背景与意义：</a:t>
            </a:r>
            <a:endParaRPr lang="zh-CN" altLang="en-US" b="1" dirty="0"/>
          </a:p>
          <a:p>
            <a:r>
              <a:rPr lang="zh-CN" altLang="en-US" dirty="0"/>
              <a:t>随着数字时代的到来，摄影已成为大众记录生活、表达自我的重要方式。专业的摄影师和爱好者们需要一个高质量的平台来展示自己的作品、交流创作心得。传统的图片分享网站功能相对单一，而集作品展示、深度交流和独特视觉体验于一体的现代化网站则具有广阔的应用前景。本项目旨在构建一个基于现代</a:t>
            </a:r>
            <a:r>
              <a:rPr lang="en-US" altLang="zh-CN" dirty="0"/>
              <a:t>Web</a:t>
            </a:r>
            <a:r>
              <a:rPr lang="zh-CN" altLang="en-US" dirty="0"/>
              <a:t>技术的摄影作品展示与交流网站，不仅为摄影爱好者提供一个作品展示和互动交流的平台，也为本人提供一个综合运用前端、后端及数据库全栈技术的实践机会，具有重要的实践意义和技术价值。</a:t>
            </a:r>
            <a:endParaRPr lang="zh-CN" altLang="en-US" dirty="0"/>
          </a:p>
          <a:p>
            <a:r>
              <a:rPr lang="en-US" altLang="en-US" b="1" dirty="0"/>
              <a:t>●</a:t>
            </a:r>
            <a:r>
              <a:rPr lang="zh-CN" altLang="en-US" b="1" dirty="0"/>
              <a:t>国内外研究现状：</a:t>
            </a:r>
            <a:endParaRPr lang="zh-CN" altLang="en-US" b="1" dirty="0"/>
          </a:p>
          <a:p>
            <a:r>
              <a:rPr lang="zh-CN" altLang="en-US" dirty="0"/>
              <a:t>目前，国内外已存在如</a:t>
            </a:r>
            <a:r>
              <a:rPr lang="en-US" altLang="zh-CN" dirty="0"/>
              <a:t>500px</a:t>
            </a:r>
            <a:r>
              <a:rPr lang="zh-CN" altLang="en-US" dirty="0"/>
              <a:t>、</a:t>
            </a:r>
            <a:r>
              <a:rPr lang="en-US" altLang="zh-CN" dirty="0"/>
              <a:t>Behance</a:t>
            </a:r>
            <a:r>
              <a:rPr lang="zh-CN" altLang="en-US" dirty="0"/>
              <a:t>、</a:t>
            </a:r>
            <a:r>
              <a:rPr lang="en-US" altLang="zh-CN" dirty="0"/>
              <a:t>Instagram</a:t>
            </a:r>
            <a:r>
              <a:rPr lang="zh-CN" altLang="en-US" dirty="0"/>
              <a:t>等成熟的摄影作品分享平台。这些平台功能完善，用户基数大，社区活跃。其技术特点主要集中在高效的图片加载、推荐算法和社交功能上。然而，在用户体验的创新方面，如利用</a:t>
            </a:r>
            <a:r>
              <a:rPr lang="en-US" altLang="zh-CN" dirty="0"/>
              <a:t>WebGL</a:t>
            </a:r>
            <a:r>
              <a:rPr lang="zh-CN" altLang="en-US" dirty="0"/>
              <a:t>等技术提供沉浸式</a:t>
            </a:r>
            <a:r>
              <a:rPr lang="en-US" altLang="zh-CN" dirty="0"/>
              <a:t>3D</a:t>
            </a:r>
            <a:r>
              <a:rPr lang="zh-CN" altLang="en-US" dirty="0"/>
              <a:t>作品展览，仍有较大的探索空间。同时，许多平台商业化程度高，界面和功能较为固化。</a:t>
            </a:r>
            <a:endParaRPr lang="zh-CN" altLang="en-US" dirty="0"/>
          </a:p>
          <a:p>
            <a:r>
              <a:rPr lang="zh-CN" altLang="en-US" dirty="0"/>
              <a:t>在技术层面，以</a:t>
            </a:r>
            <a:r>
              <a:rPr lang="en-US" altLang="zh-CN" dirty="0"/>
              <a:t>React</a:t>
            </a:r>
            <a:r>
              <a:rPr lang="zh-CN" altLang="en-US" dirty="0"/>
              <a:t>为核心的前端框架和以</a:t>
            </a:r>
            <a:r>
              <a:rPr lang="en-US" altLang="zh-CN" dirty="0"/>
              <a:t>Node.js</a:t>
            </a:r>
            <a:r>
              <a:rPr lang="zh-CN" altLang="en-US" dirty="0"/>
              <a:t>为代表的后端技术已成为构建高性能</a:t>
            </a:r>
            <a:r>
              <a:rPr lang="en-US" altLang="zh-CN" dirty="0"/>
              <a:t>Web</a:t>
            </a:r>
            <a:r>
              <a:rPr lang="zh-CN" altLang="en-US" dirty="0"/>
              <a:t>应用的主流选择。本项目将顺应这一技术趋势，采用前后端分离的现代化开发模式，并引入</a:t>
            </a:r>
            <a:r>
              <a:rPr lang="en-US" altLang="zh-CN" dirty="0"/>
              <a:t>Three.js</a:t>
            </a:r>
            <a:r>
              <a:rPr lang="zh-CN" altLang="en-US" dirty="0"/>
              <a:t>进行</a:t>
            </a:r>
            <a:r>
              <a:rPr lang="en-US" altLang="zh-CN" dirty="0"/>
              <a:t>3D</a:t>
            </a:r>
            <a:r>
              <a:rPr lang="zh-CN" altLang="en-US" dirty="0"/>
              <a:t>效果的创新尝试，旨在打造一个技术先进、体验独特的摄影交流平台。</a:t>
            </a:r>
            <a:endParaRPr lang="zh-CN" altLang="en-US" dirty="0"/>
          </a:p>
          <a:p>
            <a:r>
              <a:rPr lang="en-US" altLang="en-US" b="1" dirty="0"/>
              <a:t>●</a:t>
            </a:r>
            <a:r>
              <a:rPr lang="zh-CN" altLang="en-US" b="1" dirty="0"/>
              <a:t>研究目标：</a:t>
            </a:r>
            <a:endParaRPr lang="zh-CN" altLang="en-US" b="1" dirty="0"/>
          </a:p>
          <a:p>
            <a:r>
              <a:rPr lang="zh-CN" altLang="en-US" dirty="0"/>
              <a:t>本研究的目标是开发一个功能完整、性能良好、具有良好用户体验的摄影作品展示与交流网站。具体目标包括：</a:t>
            </a:r>
            <a:endParaRPr lang="zh-CN" altLang="en-US" dirty="0"/>
          </a:p>
          <a:p>
            <a:r>
              <a:rPr lang="en-US" altLang="zh-CN" dirty="0"/>
              <a:t>1.</a:t>
            </a:r>
            <a:r>
              <a:rPr lang="zh-CN" altLang="en-US" dirty="0"/>
              <a:t>实现一个美观、易用的用户界面，用于展示摄影作品集。</a:t>
            </a:r>
            <a:endParaRPr lang="zh-CN" altLang="en-US" dirty="0"/>
          </a:p>
          <a:p>
            <a:r>
              <a:rPr lang="en-US" altLang="zh-CN" dirty="0"/>
              <a:t>2.</a:t>
            </a:r>
            <a:r>
              <a:rPr lang="zh-CN" altLang="en-US" dirty="0"/>
              <a:t>开发完整的用户系统，支持摄影师上传、分类和管理自己的作品。</a:t>
            </a:r>
            <a:endParaRPr lang="zh-CN" altLang="en-US" dirty="0"/>
          </a:p>
          <a:p>
            <a:r>
              <a:rPr lang="en-US" altLang="zh-CN" dirty="0"/>
              <a:t>3.</a:t>
            </a:r>
            <a:r>
              <a:rPr lang="zh-CN" altLang="en-US" dirty="0"/>
              <a:t>构建一个互动社区，允许用户对作品进行评论、点赞和讨论。</a:t>
            </a:r>
            <a:endParaRPr lang="zh-CN" altLang="en-US" dirty="0"/>
          </a:p>
          <a:p>
            <a:r>
              <a:rPr lang="en-US" altLang="zh-CN" dirty="0"/>
              <a:t>4.</a:t>
            </a:r>
            <a:r>
              <a:rPr lang="zh-CN" altLang="en-US" dirty="0"/>
              <a:t>探索并应用</a:t>
            </a:r>
            <a:r>
              <a:rPr lang="en-US" altLang="zh-CN" dirty="0"/>
              <a:t>Three.js</a:t>
            </a:r>
            <a:r>
              <a:rPr lang="zh-CN" altLang="en-US" dirty="0"/>
              <a:t>技术，为部分作品提供创新的</a:t>
            </a:r>
            <a:r>
              <a:rPr lang="en-US" altLang="zh-CN" dirty="0"/>
              <a:t>3D</a:t>
            </a:r>
            <a:r>
              <a:rPr lang="zh-CN" altLang="en-US" dirty="0"/>
              <a:t>展示效果。</a:t>
            </a:r>
            <a:endParaRPr lang="zh-CN" altLang="en-US" dirty="0"/>
          </a:p>
          <a:p>
            <a:r>
              <a:rPr lang="en-US" altLang="zh-CN" dirty="0"/>
              <a:t>5.</a:t>
            </a:r>
            <a:r>
              <a:rPr lang="zh-CN" altLang="en-US" dirty="0"/>
              <a:t>完成前后端整体架构的设计与实现，确保网站的稳定性和可维护性。</a:t>
            </a:r>
            <a:endParaRPr lang="zh-CN"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表现层（前端）：</a:t>
            </a:r>
            <a:r>
              <a:rPr lang="en-US" altLang="zh-CN" dirty="0"/>
              <a:t> </a:t>
            </a:r>
            <a:r>
              <a:rPr lang="zh-CN" altLang="en-US" dirty="0"/>
              <a:t>部署在用户浏览器中，由</a:t>
            </a:r>
            <a:r>
              <a:rPr lang="en-US" altLang="zh-CN" dirty="0"/>
              <a:t> React </a:t>
            </a:r>
            <a:r>
              <a:rPr lang="zh-CN" altLang="en-US" dirty="0"/>
              <a:t>框架构建的单页应用（</a:t>
            </a:r>
            <a:r>
              <a:rPr lang="en-US" altLang="zh-CN" dirty="0"/>
              <a:t>SPA</a:t>
            </a:r>
            <a:r>
              <a:rPr lang="zh-CN" altLang="en-US" dirty="0"/>
              <a:t>）。负责页面渲染、用户交互响应和</a:t>
            </a:r>
            <a:r>
              <a:rPr lang="en-US" altLang="zh-CN" dirty="0"/>
              <a:t>3D</a:t>
            </a:r>
            <a:r>
              <a:rPr lang="zh-CN" altLang="en-US" dirty="0"/>
              <a:t>效果展示。它通过</a:t>
            </a:r>
            <a:r>
              <a:rPr lang="en-US" altLang="zh-CN" dirty="0"/>
              <a:t>HTTP</a:t>
            </a:r>
            <a:r>
              <a:rPr lang="zh-CN" altLang="en-US" dirty="0"/>
              <a:t>请求调用后端</a:t>
            </a:r>
            <a:r>
              <a:rPr lang="en-US" altLang="zh-CN" dirty="0"/>
              <a:t>API</a:t>
            </a:r>
            <a:r>
              <a:rPr lang="zh-CN" altLang="en-US" dirty="0"/>
              <a:t>来获取或提交数据。</a:t>
            </a:r>
            <a:endParaRPr lang="zh-CN" altLang="en-US" dirty="0"/>
          </a:p>
          <a:p>
            <a:r>
              <a:rPr lang="zh-CN" altLang="en-US" dirty="0"/>
              <a:t>业务逻辑层（后端）：</a:t>
            </a:r>
            <a:r>
              <a:rPr lang="en-US" altLang="zh-CN" dirty="0"/>
              <a:t> </a:t>
            </a:r>
            <a:r>
              <a:rPr lang="zh-CN" altLang="en-US" dirty="0"/>
              <a:t>运行在服务器端的</a:t>
            </a:r>
            <a:r>
              <a:rPr lang="en-US" altLang="zh-CN" dirty="0"/>
              <a:t> Node.js + Koa.js </a:t>
            </a:r>
            <a:r>
              <a:rPr lang="zh-CN" altLang="en-US" dirty="0"/>
              <a:t>应用。负责提供</a:t>
            </a:r>
            <a:r>
              <a:rPr lang="en-US" altLang="zh-CN" dirty="0"/>
              <a:t>RESTful API</a:t>
            </a:r>
            <a:r>
              <a:rPr lang="zh-CN" altLang="en-US" dirty="0"/>
              <a:t>接口，处理核心业务逻辑（如用户认证、数据处理等），并操作数据库。</a:t>
            </a:r>
            <a:endParaRPr lang="zh-CN" altLang="en-US" dirty="0"/>
          </a:p>
          <a:p>
            <a:r>
              <a:rPr lang="zh-CN" altLang="en-US" dirty="0"/>
              <a:t>数据访问层（数据库）：</a:t>
            </a:r>
            <a:r>
              <a:rPr lang="en-US" altLang="zh-CN" dirty="0"/>
              <a:t> </a:t>
            </a:r>
            <a:r>
              <a:rPr lang="zh-CN" altLang="en-US" dirty="0"/>
              <a:t>采用</a:t>
            </a:r>
            <a:r>
              <a:rPr lang="en-US" altLang="zh-CN" dirty="0"/>
              <a:t> PostgreSQL </a:t>
            </a:r>
            <a:r>
              <a:rPr lang="zh-CN" altLang="en-US" dirty="0"/>
              <a:t>数据库，负责对网站的所有数据进行持久化存储，包括用户信息、作品信息、评论数据等。</a:t>
            </a:r>
            <a:endParaRPr lang="zh-CN"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a:t>
            </a:r>
            <a:r>
              <a:rPr lang="zh-CN" altLang="en-US" dirty="0"/>
              <a:t>前端技术栈：</a:t>
            </a:r>
            <a:endParaRPr lang="zh-CN" altLang="en-US" dirty="0"/>
          </a:p>
          <a:p>
            <a:r>
              <a:rPr lang="en-US" altLang="en-US" dirty="0"/>
              <a:t>■</a:t>
            </a:r>
            <a:r>
              <a:rPr lang="zh-CN" altLang="en-US" dirty="0"/>
              <a:t>核心框架：</a:t>
            </a:r>
            <a:r>
              <a:rPr lang="en-US" altLang="zh-CN" dirty="0"/>
              <a:t> </a:t>
            </a:r>
            <a:r>
              <a:rPr lang="zh-CN" altLang="en-US" dirty="0"/>
              <a:t>使用</a:t>
            </a:r>
            <a:r>
              <a:rPr lang="en-US" altLang="zh-CN" dirty="0"/>
              <a:t> React.js </a:t>
            </a:r>
            <a:r>
              <a:rPr lang="zh-CN" altLang="en-US" dirty="0"/>
              <a:t>构建用户界面。</a:t>
            </a:r>
            <a:endParaRPr lang="zh-CN" altLang="en-US" dirty="0"/>
          </a:p>
          <a:p>
            <a:r>
              <a:rPr lang="en-US" altLang="en-US" dirty="0"/>
              <a:t>■</a:t>
            </a:r>
            <a:r>
              <a:rPr lang="zh-CN" altLang="en-US" dirty="0"/>
              <a:t>状态管理：</a:t>
            </a:r>
            <a:r>
              <a:rPr lang="en-US" altLang="zh-CN" dirty="0"/>
              <a:t> </a:t>
            </a:r>
            <a:r>
              <a:rPr lang="zh-CN" altLang="en-US" dirty="0"/>
              <a:t>结合</a:t>
            </a:r>
            <a:r>
              <a:rPr lang="en-US" altLang="zh-CN" dirty="0"/>
              <a:t> Redux </a:t>
            </a:r>
            <a:r>
              <a:rPr lang="zh-CN" altLang="en-US" dirty="0"/>
              <a:t>进行集中的状态管理。</a:t>
            </a:r>
            <a:endParaRPr lang="zh-CN" altLang="en-US" dirty="0"/>
          </a:p>
          <a:p>
            <a:r>
              <a:rPr lang="en-US" altLang="en-US" dirty="0"/>
              <a:t>■</a:t>
            </a:r>
            <a:r>
              <a:rPr lang="zh-CN" altLang="en-US" dirty="0"/>
              <a:t>样式方案：</a:t>
            </a:r>
            <a:r>
              <a:rPr lang="en-US" altLang="zh-CN" dirty="0"/>
              <a:t> </a:t>
            </a:r>
            <a:r>
              <a:rPr lang="zh-CN" altLang="en-US" dirty="0"/>
              <a:t>采用</a:t>
            </a:r>
            <a:r>
              <a:rPr lang="en-US" altLang="zh-CN" dirty="0"/>
              <a:t> CSS Modules </a:t>
            </a:r>
            <a:r>
              <a:rPr lang="zh-CN" altLang="en-US" dirty="0"/>
              <a:t>实现样式的模块化和隔离。</a:t>
            </a:r>
            <a:endParaRPr lang="zh-CN" altLang="en-US" dirty="0"/>
          </a:p>
          <a:p>
            <a:r>
              <a:rPr lang="en-US" altLang="en-US" dirty="0"/>
              <a:t>■</a:t>
            </a:r>
            <a:r>
              <a:rPr lang="en-US" altLang="zh-CN" dirty="0"/>
              <a:t>3D</a:t>
            </a:r>
            <a:r>
              <a:rPr lang="zh-CN" altLang="en-US" dirty="0"/>
              <a:t>渲染：</a:t>
            </a:r>
            <a:r>
              <a:rPr lang="en-US" altLang="zh-CN" dirty="0"/>
              <a:t> </a:t>
            </a:r>
            <a:r>
              <a:rPr lang="zh-CN" altLang="en-US" dirty="0"/>
              <a:t>引入</a:t>
            </a:r>
            <a:r>
              <a:rPr lang="en-US" altLang="zh-CN" dirty="0"/>
              <a:t> Three.js </a:t>
            </a:r>
            <a:r>
              <a:rPr lang="zh-CN" altLang="en-US" dirty="0"/>
              <a:t>库实现</a:t>
            </a:r>
            <a:r>
              <a:rPr lang="en-US" altLang="zh-CN" dirty="0"/>
              <a:t>3D</a:t>
            </a:r>
            <a:r>
              <a:rPr lang="zh-CN" altLang="en-US" dirty="0"/>
              <a:t>摄影效果展示。</a:t>
            </a:r>
            <a:endParaRPr lang="zh-CN" altLang="en-US" dirty="0"/>
          </a:p>
          <a:p>
            <a:r>
              <a:rPr lang="en-US" altLang="en-US" dirty="0"/>
              <a:t>○</a:t>
            </a:r>
            <a:r>
              <a:rPr lang="zh-CN" altLang="en-US" dirty="0"/>
              <a:t>后端技术栈：</a:t>
            </a:r>
            <a:endParaRPr lang="zh-CN" altLang="en-US" dirty="0"/>
          </a:p>
          <a:p>
            <a:r>
              <a:rPr lang="en-US" altLang="en-US" dirty="0"/>
              <a:t>■</a:t>
            </a:r>
            <a:r>
              <a:rPr lang="zh-CN" altLang="en-US" dirty="0"/>
              <a:t>运行环境：</a:t>
            </a:r>
            <a:r>
              <a:rPr lang="en-US" altLang="zh-CN" dirty="0"/>
              <a:t> Node.js</a:t>
            </a:r>
            <a:r>
              <a:rPr lang="zh-CN" altLang="en-US" dirty="0"/>
              <a:t>。</a:t>
            </a:r>
            <a:endParaRPr lang="zh-CN" altLang="en-US" dirty="0"/>
          </a:p>
          <a:p>
            <a:r>
              <a:rPr lang="en-US" altLang="en-US" dirty="0"/>
              <a:t>■</a:t>
            </a:r>
            <a:r>
              <a:rPr lang="zh-CN" altLang="en-US" dirty="0"/>
              <a:t>核心框架：</a:t>
            </a:r>
            <a:r>
              <a:rPr lang="en-US" altLang="zh-CN" dirty="0"/>
              <a:t> </a:t>
            </a:r>
            <a:r>
              <a:rPr lang="zh-CN" altLang="en-US" dirty="0"/>
              <a:t>使用轻量级的</a:t>
            </a:r>
            <a:r>
              <a:rPr lang="en-US" altLang="zh-CN" dirty="0"/>
              <a:t> Koa.js </a:t>
            </a:r>
            <a:r>
              <a:rPr lang="zh-CN" altLang="en-US" dirty="0"/>
              <a:t>框架搭建后端服务。</a:t>
            </a:r>
            <a:endParaRPr lang="zh-CN" altLang="en-US" dirty="0"/>
          </a:p>
          <a:p>
            <a:r>
              <a:rPr lang="en-US" altLang="en-US" dirty="0"/>
              <a:t>○</a:t>
            </a:r>
            <a:r>
              <a:rPr lang="zh-CN" altLang="en-US" dirty="0"/>
              <a:t>数据库：</a:t>
            </a:r>
            <a:endParaRPr lang="zh-CN" altLang="en-US" dirty="0"/>
          </a:p>
          <a:p>
            <a:r>
              <a:rPr lang="en-US" altLang="en-US" dirty="0"/>
              <a:t>■</a:t>
            </a:r>
            <a:r>
              <a:rPr lang="zh-CN" altLang="en-US" dirty="0"/>
              <a:t>采用</a:t>
            </a:r>
            <a:r>
              <a:rPr lang="en-US" altLang="zh-CN" dirty="0"/>
              <a:t> PostgreSQL </a:t>
            </a:r>
            <a:r>
              <a:rPr lang="zh-CN" altLang="en-US" dirty="0"/>
              <a:t>关系型数据库，负责持久化存储所有业务数据。</a:t>
            </a:r>
            <a:endParaRPr lang="zh-CN"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tags" Target="../tags/tag1.xml"/><Relationship Id="rId24" Type="http://schemas.openxmlformats.org/officeDocument/2006/relationships/notesSlide" Target="../notesSlides/notesSlide2.xml"/><Relationship Id="rId23" Type="http://schemas.openxmlformats.org/officeDocument/2006/relationships/slideLayout" Target="../slideLayouts/slideLayout1.xml"/><Relationship Id="rId22" Type="http://schemas.openxmlformats.org/officeDocument/2006/relationships/tags" Target="../tags/tag20.xml"/><Relationship Id="rId21" Type="http://schemas.openxmlformats.org/officeDocument/2006/relationships/tags" Target="../tags/tag19.xml"/><Relationship Id="rId20" Type="http://schemas.openxmlformats.org/officeDocument/2006/relationships/tags" Target="../tags/tag18.xml"/><Relationship Id="rId2" Type="http://schemas.openxmlformats.org/officeDocument/2006/relationships/image" Target="../media/image4.png"/><Relationship Id="rId19" Type="http://schemas.openxmlformats.org/officeDocument/2006/relationships/tags" Target="../tags/tag17.xml"/><Relationship Id="rId18" Type="http://schemas.openxmlformats.org/officeDocument/2006/relationships/tags" Target="../tags/tag16.xml"/><Relationship Id="rId17" Type="http://schemas.openxmlformats.org/officeDocument/2006/relationships/tags" Target="../tags/tag15.xml"/><Relationship Id="rId16" Type="http://schemas.openxmlformats.org/officeDocument/2006/relationships/tags" Target="../tags/tag14.xml"/><Relationship Id="rId15" Type="http://schemas.openxmlformats.org/officeDocument/2006/relationships/tags" Target="../tags/tag13.xml"/><Relationship Id="rId14" Type="http://schemas.openxmlformats.org/officeDocument/2006/relationships/tags" Target="../tags/tag12.xml"/><Relationship Id="rId13" Type="http://schemas.openxmlformats.org/officeDocument/2006/relationships/tags" Target="../tags/tag11.xml"/><Relationship Id="rId12" Type="http://schemas.openxmlformats.org/officeDocument/2006/relationships/tags" Target="../tags/tag10.xml"/><Relationship Id="rId11" Type="http://schemas.openxmlformats.org/officeDocument/2006/relationships/tags" Target="../tags/tag9.xml"/><Relationship Id="rId10" Type="http://schemas.openxmlformats.org/officeDocument/2006/relationships/tags" Target="../tags/tag8.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9" Type="http://schemas.openxmlformats.org/officeDocument/2006/relationships/tags" Target="../tags/tag27.xml"/><Relationship Id="rId8" Type="http://schemas.openxmlformats.org/officeDocument/2006/relationships/tags" Target="../tags/tag26.xml"/><Relationship Id="rId7" Type="http://schemas.openxmlformats.org/officeDocument/2006/relationships/tags" Target="../tags/tag25.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 Id="rId3" Type="http://schemas.openxmlformats.org/officeDocument/2006/relationships/tags" Target="../tags/tag21.xml"/><Relationship Id="rId2" Type="http://schemas.openxmlformats.org/officeDocument/2006/relationships/image" Target="../media/image6.jpeg"/><Relationship Id="rId19" Type="http://schemas.openxmlformats.org/officeDocument/2006/relationships/notesSlide" Target="../notesSlides/notesSlide4.xml"/><Relationship Id="rId18" Type="http://schemas.openxmlformats.org/officeDocument/2006/relationships/slideLayout" Target="../slideLayouts/slideLayout1.xml"/><Relationship Id="rId17" Type="http://schemas.openxmlformats.org/officeDocument/2006/relationships/tags" Target="../tags/tag35.xml"/><Relationship Id="rId16" Type="http://schemas.openxmlformats.org/officeDocument/2006/relationships/tags" Target="../tags/tag34.xml"/><Relationship Id="rId15" Type="http://schemas.openxmlformats.org/officeDocument/2006/relationships/tags" Target="../tags/tag33.xml"/><Relationship Id="rId14" Type="http://schemas.openxmlformats.org/officeDocument/2006/relationships/tags" Target="../tags/tag32.xml"/><Relationship Id="rId13" Type="http://schemas.openxmlformats.org/officeDocument/2006/relationships/tags" Target="../tags/tag31.xml"/><Relationship Id="rId12" Type="http://schemas.openxmlformats.org/officeDocument/2006/relationships/tags" Target="../tags/tag30.xml"/><Relationship Id="rId11" Type="http://schemas.openxmlformats.org/officeDocument/2006/relationships/tags" Target="../tags/tag29.xml"/><Relationship Id="rId10" Type="http://schemas.openxmlformats.org/officeDocument/2006/relationships/tags" Target="../tags/tag28.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xml"/><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xml"/><Relationship Id="rId3" Type="http://schemas.openxmlformats.org/officeDocument/2006/relationships/image" Target="../media/image8.png"/><Relationship Id="rId2" Type="http://schemas.openxmlformats.org/officeDocument/2006/relationships/image" Target="../media/image6.jpe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6.jpe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9" Type="http://schemas.openxmlformats.org/officeDocument/2006/relationships/tags" Target="../tags/tag42.xml"/><Relationship Id="rId8" Type="http://schemas.openxmlformats.org/officeDocument/2006/relationships/tags" Target="../tags/tag41.xml"/><Relationship Id="rId7" Type="http://schemas.openxmlformats.org/officeDocument/2006/relationships/tags" Target="../tags/tag40.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tags" Target="../tags/tag37.xml"/><Relationship Id="rId3" Type="http://schemas.openxmlformats.org/officeDocument/2006/relationships/tags" Target="../tags/tag36.xml"/><Relationship Id="rId24" Type="http://schemas.openxmlformats.org/officeDocument/2006/relationships/notesSlide" Target="../notesSlides/notesSlide11.xml"/><Relationship Id="rId23" Type="http://schemas.openxmlformats.org/officeDocument/2006/relationships/slideLayout" Target="../slideLayouts/slideLayout1.xml"/><Relationship Id="rId22" Type="http://schemas.openxmlformats.org/officeDocument/2006/relationships/tags" Target="../tags/tag55.xml"/><Relationship Id="rId21" Type="http://schemas.openxmlformats.org/officeDocument/2006/relationships/tags" Target="../tags/tag54.xml"/><Relationship Id="rId20" Type="http://schemas.openxmlformats.org/officeDocument/2006/relationships/tags" Target="../tags/tag53.xml"/><Relationship Id="rId2" Type="http://schemas.openxmlformats.org/officeDocument/2006/relationships/image" Target="../media/image6.jpeg"/><Relationship Id="rId19" Type="http://schemas.openxmlformats.org/officeDocument/2006/relationships/tags" Target="../tags/tag52.xml"/><Relationship Id="rId18" Type="http://schemas.openxmlformats.org/officeDocument/2006/relationships/tags" Target="../tags/tag51.xml"/><Relationship Id="rId17" Type="http://schemas.openxmlformats.org/officeDocument/2006/relationships/tags" Target="../tags/tag50.xml"/><Relationship Id="rId16" Type="http://schemas.openxmlformats.org/officeDocument/2006/relationships/tags" Target="../tags/tag49.xml"/><Relationship Id="rId15" Type="http://schemas.openxmlformats.org/officeDocument/2006/relationships/tags" Target="../tags/tag48.xml"/><Relationship Id="rId14" Type="http://schemas.openxmlformats.org/officeDocument/2006/relationships/tags" Target="../tags/tag47.xml"/><Relationship Id="rId13" Type="http://schemas.openxmlformats.org/officeDocument/2006/relationships/tags" Target="../tags/tag46.xml"/><Relationship Id="rId12" Type="http://schemas.openxmlformats.org/officeDocument/2006/relationships/tags" Target="../tags/tag45.xml"/><Relationship Id="rId11" Type="http://schemas.openxmlformats.org/officeDocument/2006/relationships/tags" Target="../tags/tag44.xml"/><Relationship Id="rId10" Type="http://schemas.openxmlformats.org/officeDocument/2006/relationships/tags" Target="../tags/tag43.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xml"/><Relationship Id="rId2" Type="http://schemas.openxmlformats.org/officeDocument/2006/relationships/image" Target="../media/image6.jpeg"/><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9" Type="http://schemas.openxmlformats.org/officeDocument/2006/relationships/tags" Target="../tags/tag62.xml"/><Relationship Id="rId8" Type="http://schemas.openxmlformats.org/officeDocument/2006/relationships/tags" Target="../tags/tag61.xml"/><Relationship Id="rId7" Type="http://schemas.openxmlformats.org/officeDocument/2006/relationships/tags" Target="../tags/tag60.xml"/><Relationship Id="rId6" Type="http://schemas.openxmlformats.org/officeDocument/2006/relationships/tags" Target="../tags/tag59.xml"/><Relationship Id="rId5" Type="http://schemas.openxmlformats.org/officeDocument/2006/relationships/tags" Target="../tags/tag58.xml"/><Relationship Id="rId4" Type="http://schemas.openxmlformats.org/officeDocument/2006/relationships/tags" Target="../tags/tag57.xml"/><Relationship Id="rId3" Type="http://schemas.openxmlformats.org/officeDocument/2006/relationships/tags" Target="../tags/tag56.xml"/><Relationship Id="rId2" Type="http://schemas.openxmlformats.org/officeDocument/2006/relationships/image" Target="../media/image6.jpeg"/><Relationship Id="rId16" Type="http://schemas.openxmlformats.org/officeDocument/2006/relationships/notesSlide" Target="../notesSlides/notesSlide15.xml"/><Relationship Id="rId15" Type="http://schemas.openxmlformats.org/officeDocument/2006/relationships/slideLayout" Target="../slideLayouts/slideLayout1.xml"/><Relationship Id="rId14" Type="http://schemas.openxmlformats.org/officeDocument/2006/relationships/tags" Target="../tags/tag67.xml"/><Relationship Id="rId13" Type="http://schemas.openxmlformats.org/officeDocument/2006/relationships/tags" Target="../tags/tag66.xml"/><Relationship Id="rId12" Type="http://schemas.openxmlformats.org/officeDocument/2006/relationships/tags" Target="../tags/tag65.xml"/><Relationship Id="rId11" Type="http://schemas.openxmlformats.org/officeDocument/2006/relationships/tags" Target="../tags/tag64.xml"/><Relationship Id="rId10" Type="http://schemas.openxmlformats.org/officeDocument/2006/relationships/tags" Target="../tags/tag63.xml"/><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9" Type="http://schemas.openxmlformats.org/officeDocument/2006/relationships/notesSlide" Target="../notesSlides/notesSlide16.xml"/><Relationship Id="rId8" Type="http://schemas.openxmlformats.org/officeDocument/2006/relationships/slideLayout" Target="../slideLayouts/slideLayout1.xml"/><Relationship Id="rId7" Type="http://schemas.openxmlformats.org/officeDocument/2006/relationships/tags" Target="../tags/tag71.xml"/><Relationship Id="rId6" Type="http://schemas.openxmlformats.org/officeDocument/2006/relationships/tags" Target="../tags/tag70.xml"/><Relationship Id="rId5" Type="http://schemas.openxmlformats.org/officeDocument/2006/relationships/tags" Target="../tags/tag69.xml"/><Relationship Id="rId4" Type="http://schemas.openxmlformats.org/officeDocument/2006/relationships/image" Target="../media/image3.png"/><Relationship Id="rId3" Type="http://schemas.openxmlformats.org/officeDocument/2006/relationships/tags" Target="../tags/tag68.xml"/><Relationship Id="rId2" Type="http://schemas.openxmlformats.org/officeDocument/2006/relationships/image" Target="../media/image9.jpe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05-12:21:50-d2t6anlnfo2stf9didn0.png"/>
          <p:cNvPicPr>
            <a:picLocks noChangeAspect="1"/>
          </p:cNvPicPr>
          <p:nvPr/>
        </p:nvPicPr>
        <p:blipFill>
          <a:blip r:embed="rId1">
            <a:alphaModFix amt="10000"/>
          </a:blip>
          <a:srcRect l="26" r="26"/>
          <a:stretch>
            <a:fillRect/>
          </a:stretch>
        </p:blipFill>
        <p:spPr>
          <a:xfrm>
            <a:off x="0" y="0"/>
            <a:ext cx="12192000" cy="6858000"/>
          </a:xfrm>
          <a:prstGeom prst="rect">
            <a:avLst/>
          </a:prstGeom>
        </p:spPr>
      </p:pic>
      <p:pic>
        <p:nvPicPr>
          <p:cNvPr id="3" name="Image 1" descr="https://kimi-img.moonshot.cn/pub/slides/slides_tmpl/image/25-09-05-12:21:55-d2t6aotnfo2stf9didu0.png"/>
          <p:cNvPicPr>
            <a:picLocks noChangeAspect="1"/>
          </p:cNvPicPr>
          <p:nvPr/>
        </p:nvPicPr>
        <p:blipFill>
          <a:blip r:embed="rId2"/>
          <a:srcRect t="3" b="3"/>
          <a:stretch>
            <a:fillRect/>
          </a:stretch>
        </p:blipFill>
        <p:spPr>
          <a:xfrm>
            <a:off x="0" y="0"/>
            <a:ext cx="12214225" cy="6858635"/>
          </a:xfrm>
          <a:prstGeom prst="rect">
            <a:avLst/>
          </a:prstGeom>
        </p:spPr>
      </p:pic>
      <p:sp>
        <p:nvSpPr>
          <p:cNvPr id="4" name="Text 0"/>
          <p:cNvSpPr/>
          <p:nvPr/>
        </p:nvSpPr>
        <p:spPr>
          <a:xfrm>
            <a:off x="3629025" y="1935480"/>
            <a:ext cx="7943215" cy="2115820"/>
          </a:xfrm>
          <a:prstGeom prst="rect">
            <a:avLst/>
          </a:prstGeom>
          <a:noFill/>
        </p:spPr>
        <p:txBody>
          <a:bodyPr wrap="square" lIns="91440" tIns="45720" rIns="91440" bIns="45720" rtlCol="0" anchor="t"/>
          <a:lstStyle/>
          <a:p>
            <a:pPr marL="0" indent="0" algn="l">
              <a:lnSpc>
                <a:spcPct val="110000"/>
              </a:lnSpc>
              <a:buNone/>
            </a:pPr>
            <a:r>
              <a:rPr lang="zh-CN" altLang="en-US" sz="3600" dirty="0">
                <a:solidFill>
                  <a:srgbClr val="FF0000"/>
                </a:solidFill>
              </a:rPr>
              <a:t>摄影作品展示与交流网站建设</a:t>
            </a:r>
            <a:endParaRPr lang="zh-CN" altLang="en-US" sz="3600" dirty="0">
              <a:solidFill>
                <a:srgbClr val="FF0000"/>
              </a:solidFill>
            </a:endParaRPr>
          </a:p>
          <a:p>
            <a:pPr marL="0" indent="0" algn="l">
              <a:lnSpc>
                <a:spcPct val="110000"/>
              </a:lnSpc>
              <a:buNone/>
            </a:pPr>
            <a:r>
              <a:rPr lang="en-US" altLang="zh-CN" sz="3600" dirty="0">
                <a:solidFill>
                  <a:srgbClr val="FF0000"/>
                </a:solidFill>
              </a:rPr>
              <a:t>       </a:t>
            </a:r>
            <a:r>
              <a:rPr sz="3600" spc="20" dirty="0">
                <a:highlight>
                  <a:srgbClr val="FFFF00"/>
                </a:highlight>
                <a:latin typeface="MS Gothic" panose="020B0609070205080204" charset="-128"/>
                <a:cs typeface="MS Gothic" panose="020B0609070205080204" charset="-128"/>
                <a:sym typeface="+mn-ea"/>
              </a:rPr>
              <a:t>内蒙古</a:t>
            </a:r>
            <a:r>
              <a:rPr sz="3600" spc="10" dirty="0">
                <a:highlight>
                  <a:srgbClr val="FFFF00"/>
                </a:highlight>
                <a:latin typeface="Microsoft JhengHei" panose="020B0604030504040204" charset="-120"/>
                <a:cs typeface="Microsoft JhengHei" panose="020B0604030504040204" charset="-120"/>
                <a:sym typeface="+mn-ea"/>
              </a:rPr>
              <a:t>农业大学职业技术学院</a:t>
            </a:r>
            <a:endParaRPr lang="en-US" altLang="zh-CN" sz="3600" spc="10" dirty="0">
              <a:solidFill>
                <a:srgbClr val="FF0000"/>
              </a:solidFill>
              <a:highlight>
                <a:srgbClr val="FFFF00"/>
              </a:highlight>
              <a:latin typeface="Microsoft JhengHei" panose="020B0604030504040204" charset="-120"/>
              <a:cs typeface="Microsoft JhengHei" panose="020B0604030504040204" charset="-120"/>
              <a:sym typeface="+mn-ea"/>
            </a:endParaRPr>
          </a:p>
        </p:txBody>
      </p:sp>
      <p:pic>
        <p:nvPicPr>
          <p:cNvPr id="5" name="Image 2" descr="https://kimi-img.moonshot.cn/pub/slides/slides_tmpl/image/25-09-05-12:21:49-d2t6andnfo2stf9didmg.png"/>
          <p:cNvPicPr>
            <a:picLocks noChangeAspect="1"/>
          </p:cNvPicPr>
          <p:nvPr/>
        </p:nvPicPr>
        <p:blipFill>
          <a:blip r:embed="rId3"/>
          <a:stretch>
            <a:fillRect/>
          </a:stretch>
        </p:blipFill>
        <p:spPr>
          <a:xfrm>
            <a:off x="9299575" y="4330700"/>
            <a:ext cx="2272665" cy="603250"/>
          </a:xfrm>
          <a:prstGeom prst="rect">
            <a:avLst/>
          </a:prstGeom>
        </p:spPr>
      </p:pic>
      <p:sp>
        <p:nvSpPr>
          <p:cNvPr id="6" name="Text 1"/>
          <p:cNvSpPr/>
          <p:nvPr/>
        </p:nvSpPr>
        <p:spPr>
          <a:xfrm>
            <a:off x="9367615" y="4432935"/>
            <a:ext cx="2135884" cy="398780"/>
          </a:xfrm>
          <a:prstGeom prst="rect">
            <a:avLst/>
          </a:prstGeom>
          <a:noFill/>
        </p:spPr>
        <p:txBody>
          <a:bodyPr wrap="square" lIns="91440" tIns="45720" rIns="91440" bIns="45720" rtlCol="0" anchor="t">
            <a:spAutoFit/>
          </a:bodyPr>
          <a:lstStyle/>
          <a:p>
            <a:pPr marL="0" indent="0" algn="ctr">
              <a:lnSpc>
                <a:spcPct val="100000"/>
              </a:lnSpc>
              <a:buNone/>
            </a:pPr>
            <a:r>
              <a:rPr lang="en-US" sz="2000" dirty="0">
                <a:solidFill>
                  <a:srgbClr val="404040"/>
                </a:solidFill>
                <a:latin typeface="MiSans" pitchFamily="34" charset="-122"/>
                <a:ea typeface="MiSans" pitchFamily="34" charset="-122"/>
                <a:cs typeface="MiSans" pitchFamily="34" charset="-120"/>
              </a:rPr>
              <a:t>汇报人</a:t>
            </a:r>
            <a:r>
              <a:rPr lang="en-US" sz="2000" dirty="0">
                <a:solidFill>
                  <a:srgbClr val="404040"/>
                </a:solidFill>
                <a:latin typeface="MiSans" pitchFamily="34" charset="-122"/>
                <a:ea typeface="MiSans" pitchFamily="34" charset="-122"/>
                <a:cs typeface="MiSans" pitchFamily="34" charset="-120"/>
              </a:rPr>
              <a:t>:</a:t>
            </a:r>
            <a:endParaRPr lang="en-US" sz="1600" dirty="0"/>
          </a:p>
        </p:txBody>
      </p:sp>
      <p:pic>
        <p:nvPicPr>
          <p:cNvPr id="7" name="Image 3" descr="https://kimi-img.moonshot.cn/pub/slides/slides_tmpl/image/25-09-05-12:21:49-d2t6andnfo2stf9didmg.png"/>
          <p:cNvPicPr>
            <a:picLocks noChangeAspect="1"/>
          </p:cNvPicPr>
          <p:nvPr/>
        </p:nvPicPr>
        <p:blipFill>
          <a:blip r:embed="rId3"/>
          <a:stretch>
            <a:fillRect/>
          </a:stretch>
        </p:blipFill>
        <p:spPr>
          <a:xfrm>
            <a:off x="9299575" y="5041900"/>
            <a:ext cx="2272665" cy="603250"/>
          </a:xfrm>
          <a:prstGeom prst="rect">
            <a:avLst/>
          </a:prstGeom>
        </p:spPr>
      </p:pic>
      <p:sp>
        <p:nvSpPr>
          <p:cNvPr id="8" name="Text 2"/>
          <p:cNvSpPr/>
          <p:nvPr/>
        </p:nvSpPr>
        <p:spPr>
          <a:xfrm>
            <a:off x="9367615" y="5144135"/>
            <a:ext cx="2135884" cy="398780"/>
          </a:xfrm>
          <a:prstGeom prst="rect">
            <a:avLst/>
          </a:prstGeom>
          <a:noFill/>
        </p:spPr>
        <p:txBody>
          <a:bodyPr wrap="square" lIns="91440" tIns="45720" rIns="91440" bIns="45720" rtlCol="0" anchor="t">
            <a:spAutoFit/>
          </a:bodyPr>
          <a:lstStyle/>
          <a:p>
            <a:pPr marL="0" indent="0" algn="ctr">
              <a:lnSpc>
                <a:spcPct val="100000"/>
              </a:lnSpc>
              <a:buNone/>
            </a:pPr>
            <a:r>
              <a:rPr lang="en-US" sz="2000" dirty="0">
                <a:solidFill>
                  <a:srgbClr val="404040"/>
                </a:solidFill>
                <a:latin typeface="MiSans" pitchFamily="34" charset="-122"/>
                <a:ea typeface="MiSans" pitchFamily="34" charset="-122"/>
                <a:cs typeface="MiSans" pitchFamily="34" charset="-120"/>
              </a:rPr>
              <a:t>时间</a:t>
            </a:r>
            <a:r>
              <a:rPr lang="en-US" sz="2000" dirty="0">
                <a:solidFill>
                  <a:srgbClr val="404040"/>
                </a:solidFill>
                <a:latin typeface="MiSans" pitchFamily="34" charset="-122"/>
                <a:ea typeface="MiSans" pitchFamily="34" charset="-122"/>
                <a:cs typeface="MiSans" pitchFamily="34" charset="-120"/>
              </a:rPr>
              <a: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05-12:21:50-d2t6anlnfo2stf9didn0.png"/>
          <p:cNvPicPr>
            <a:picLocks noChangeAspect="1"/>
          </p:cNvPicPr>
          <p:nvPr/>
        </p:nvPicPr>
        <p:blipFill>
          <a:blip r:embed="rId1">
            <a:alphaModFix amt="10000"/>
          </a:blip>
          <a:srcRect l="26" r="26"/>
          <a:stretch>
            <a:fillRect/>
          </a:stretch>
        </p:blipFill>
        <p:spPr>
          <a:xfrm>
            <a:off x="0" y="0"/>
            <a:ext cx="12192000" cy="6858000"/>
          </a:xfrm>
          <a:prstGeom prst="rect">
            <a:avLst/>
          </a:prstGeom>
        </p:spPr>
      </p:pic>
      <p:pic>
        <p:nvPicPr>
          <p:cNvPr id="3" name="Image 1" descr="https://kimi-img.moonshot.cn/pub/slides/slides_tmpl/image/25-09-05-12:21:53-d2t6aodnfo2stf9didq0.png"/>
          <p:cNvPicPr>
            <a:picLocks noChangeAspect="1"/>
          </p:cNvPicPr>
          <p:nvPr/>
        </p:nvPicPr>
        <p:blipFill>
          <a:blip r:embed="rId2"/>
          <a:srcRect l="26" r="26"/>
          <a:stretch>
            <a:fillRect/>
          </a:stretch>
        </p:blipFill>
        <p:spPr>
          <a:xfrm>
            <a:off x="635" y="-635"/>
            <a:ext cx="12207240" cy="6885305"/>
          </a:xfrm>
          <a:prstGeom prst="rect">
            <a:avLst/>
          </a:prstGeom>
        </p:spPr>
      </p:pic>
      <p:sp>
        <p:nvSpPr>
          <p:cNvPr id="4" name="Text 0"/>
          <p:cNvSpPr/>
          <p:nvPr/>
        </p:nvSpPr>
        <p:spPr>
          <a:xfrm>
            <a:off x="881380" y="577850"/>
            <a:ext cx="2235200" cy="920750"/>
          </a:xfrm>
          <a:prstGeom prst="rect">
            <a:avLst/>
          </a:prstGeom>
          <a:noFill/>
        </p:spPr>
        <p:txBody>
          <a:bodyPr wrap="square" lIns="91440" tIns="45720" rIns="91440" bIns="45720" rtlCol="0" anchor="t">
            <a:spAutoFit/>
          </a:bodyPr>
          <a:lstStyle/>
          <a:p>
            <a:pPr marL="0" indent="0" algn="ctr">
              <a:lnSpc>
                <a:spcPct val="100000"/>
              </a:lnSpc>
              <a:buNone/>
            </a:pPr>
            <a:r>
              <a:rPr lang="en-US" sz="6000" b="1" dirty="0">
                <a:solidFill>
                  <a:srgbClr val="000000"/>
                </a:solidFill>
                <a:latin typeface="MiSans" pitchFamily="34" charset="-122"/>
                <a:ea typeface="MiSans" pitchFamily="34" charset="-122"/>
                <a:cs typeface="MiSans" pitchFamily="34" charset="-120"/>
              </a:rPr>
              <a:t>目录</a:t>
            </a:r>
            <a:endParaRPr lang="en-US" sz="1600" dirty="0"/>
          </a:p>
        </p:txBody>
      </p:sp>
      <p:sp>
        <p:nvSpPr>
          <p:cNvPr id="5" name="Text 1"/>
          <p:cNvSpPr/>
          <p:nvPr/>
        </p:nvSpPr>
        <p:spPr>
          <a:xfrm>
            <a:off x="-315595" y="1571625"/>
            <a:ext cx="4629150" cy="689610"/>
          </a:xfrm>
          <a:prstGeom prst="rect">
            <a:avLst/>
          </a:prstGeom>
          <a:noFill/>
        </p:spPr>
        <p:txBody>
          <a:bodyPr wrap="square" lIns="0" tIns="0" rIns="0" bIns="0" rtlCol="0" anchor="ctr"/>
          <a:lstStyle/>
          <a:p>
            <a:pPr marL="0" indent="0" algn="ctr">
              <a:lnSpc>
                <a:spcPct val="100000"/>
              </a:lnSpc>
              <a:buNone/>
            </a:pPr>
            <a:r>
              <a:rPr lang="en-US" sz="3200" dirty="0">
                <a:solidFill>
                  <a:srgbClr val="000000"/>
                </a:solidFill>
                <a:latin typeface="MiSans" pitchFamily="34" charset="-122"/>
                <a:ea typeface="MiSans" pitchFamily="34" charset="-122"/>
                <a:cs typeface="MiSans" pitchFamily="34" charset="-120"/>
              </a:rPr>
              <a:t>CONTENTS</a:t>
            </a:r>
            <a:endParaRPr lang="en-US" sz="1600" dirty="0"/>
          </a:p>
        </p:txBody>
      </p:sp>
      <p:sp>
        <p:nvSpPr>
          <p:cNvPr id="6" name="Shape 2"/>
          <p:cNvSpPr/>
          <p:nvPr>
            <p:custDataLst>
              <p:tags r:id="rId3"/>
            </p:custDataLst>
          </p:nvPr>
        </p:nvSpPr>
        <p:spPr>
          <a:xfrm>
            <a:off x="5097145" y="1387475"/>
            <a:ext cx="5905500" cy="673100"/>
          </a:xfrm>
          <a:prstGeom prst="roundRect">
            <a:avLst>
              <a:gd name="adj" fmla="val 50000"/>
            </a:avLst>
          </a:prstGeom>
          <a:solidFill>
            <a:srgbClr val="EAFAFE">
              <a:alpha val="63137"/>
            </a:srgbClr>
          </a:solidFill>
        </p:spPr>
      </p:sp>
      <p:sp>
        <p:nvSpPr>
          <p:cNvPr id="7" name="Text 3"/>
          <p:cNvSpPr/>
          <p:nvPr/>
        </p:nvSpPr>
        <p:spPr>
          <a:xfrm>
            <a:off x="5097145" y="1387475"/>
            <a:ext cx="5905500" cy="6731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4"/>
          <p:cNvSpPr/>
          <p:nvPr>
            <p:custDataLst>
              <p:tags r:id="rId4"/>
            </p:custDataLst>
          </p:nvPr>
        </p:nvSpPr>
        <p:spPr>
          <a:xfrm flipH="1">
            <a:off x="6279515" y="1489710"/>
            <a:ext cx="12700" cy="467995"/>
          </a:xfrm>
          <a:prstGeom prst="line">
            <a:avLst/>
          </a:prstGeom>
          <a:noFill/>
          <a:ln w="19050">
            <a:solidFill>
              <a:srgbClr val="E1ADFD"/>
            </a:solidFill>
            <a:prstDash val="solid"/>
            <a:headEnd type="none"/>
            <a:tailEnd type="none"/>
          </a:ln>
        </p:spPr>
      </p:sp>
      <p:sp>
        <p:nvSpPr>
          <p:cNvPr id="9" name="Shape 5"/>
          <p:cNvSpPr/>
          <p:nvPr>
            <p:custDataLst>
              <p:tags r:id="rId5"/>
            </p:custDataLst>
          </p:nvPr>
        </p:nvSpPr>
        <p:spPr>
          <a:xfrm>
            <a:off x="5097145" y="2386330"/>
            <a:ext cx="5905500" cy="673100"/>
          </a:xfrm>
          <a:prstGeom prst="roundRect">
            <a:avLst>
              <a:gd name="adj" fmla="val 50000"/>
            </a:avLst>
          </a:prstGeom>
          <a:solidFill>
            <a:srgbClr val="EAFAFE">
              <a:alpha val="63137"/>
            </a:srgbClr>
          </a:solidFill>
        </p:spPr>
      </p:sp>
      <p:sp>
        <p:nvSpPr>
          <p:cNvPr id="10" name="Text 6"/>
          <p:cNvSpPr/>
          <p:nvPr/>
        </p:nvSpPr>
        <p:spPr>
          <a:xfrm>
            <a:off x="5097145" y="2386330"/>
            <a:ext cx="5905500" cy="6731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Shape 7"/>
          <p:cNvSpPr/>
          <p:nvPr>
            <p:custDataLst>
              <p:tags r:id="rId6"/>
            </p:custDataLst>
          </p:nvPr>
        </p:nvSpPr>
        <p:spPr>
          <a:xfrm flipH="1">
            <a:off x="6279515" y="2488565"/>
            <a:ext cx="12700" cy="467995"/>
          </a:xfrm>
          <a:prstGeom prst="line">
            <a:avLst/>
          </a:prstGeom>
          <a:noFill/>
          <a:ln w="19050">
            <a:solidFill>
              <a:srgbClr val="E1ADFD"/>
            </a:solidFill>
            <a:prstDash val="solid"/>
            <a:headEnd type="none"/>
            <a:tailEnd type="none"/>
          </a:ln>
        </p:spPr>
      </p:sp>
      <p:sp>
        <p:nvSpPr>
          <p:cNvPr id="12" name="Shape 8"/>
          <p:cNvSpPr/>
          <p:nvPr>
            <p:custDataLst>
              <p:tags r:id="rId7"/>
            </p:custDataLst>
          </p:nvPr>
        </p:nvSpPr>
        <p:spPr>
          <a:xfrm>
            <a:off x="5097145" y="3385185"/>
            <a:ext cx="5905500" cy="673100"/>
          </a:xfrm>
          <a:prstGeom prst="roundRect">
            <a:avLst>
              <a:gd name="adj" fmla="val 50000"/>
            </a:avLst>
          </a:prstGeom>
          <a:solidFill>
            <a:srgbClr val="EAFAFE">
              <a:alpha val="63137"/>
            </a:srgbClr>
          </a:solidFill>
        </p:spPr>
      </p:sp>
      <p:sp>
        <p:nvSpPr>
          <p:cNvPr id="13" name="Text 9"/>
          <p:cNvSpPr/>
          <p:nvPr/>
        </p:nvSpPr>
        <p:spPr>
          <a:xfrm>
            <a:off x="5097145" y="3385185"/>
            <a:ext cx="5905500" cy="6731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0"/>
          <p:cNvSpPr/>
          <p:nvPr>
            <p:custDataLst>
              <p:tags r:id="rId8"/>
            </p:custDataLst>
          </p:nvPr>
        </p:nvSpPr>
        <p:spPr>
          <a:xfrm flipH="1">
            <a:off x="6279515" y="3487420"/>
            <a:ext cx="12700" cy="467995"/>
          </a:xfrm>
          <a:prstGeom prst="line">
            <a:avLst/>
          </a:prstGeom>
          <a:noFill/>
          <a:ln w="19050">
            <a:solidFill>
              <a:srgbClr val="E1ADFD"/>
            </a:solidFill>
            <a:prstDash val="solid"/>
            <a:headEnd type="none"/>
            <a:tailEnd type="none"/>
          </a:ln>
        </p:spPr>
      </p:sp>
      <p:sp>
        <p:nvSpPr>
          <p:cNvPr id="15" name="Shape 11"/>
          <p:cNvSpPr/>
          <p:nvPr>
            <p:custDataLst>
              <p:tags r:id="rId9"/>
            </p:custDataLst>
          </p:nvPr>
        </p:nvSpPr>
        <p:spPr>
          <a:xfrm>
            <a:off x="5097145" y="4384040"/>
            <a:ext cx="5905500" cy="673100"/>
          </a:xfrm>
          <a:prstGeom prst="roundRect">
            <a:avLst>
              <a:gd name="adj" fmla="val 50000"/>
            </a:avLst>
          </a:prstGeom>
          <a:solidFill>
            <a:srgbClr val="EAFAFE">
              <a:alpha val="63137"/>
            </a:srgbClr>
          </a:solidFill>
        </p:spPr>
      </p:sp>
      <p:sp>
        <p:nvSpPr>
          <p:cNvPr id="16" name="Text 12"/>
          <p:cNvSpPr/>
          <p:nvPr/>
        </p:nvSpPr>
        <p:spPr>
          <a:xfrm>
            <a:off x="5097145" y="4384040"/>
            <a:ext cx="5905500" cy="6731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Shape 13"/>
          <p:cNvSpPr/>
          <p:nvPr>
            <p:custDataLst>
              <p:tags r:id="rId10"/>
            </p:custDataLst>
          </p:nvPr>
        </p:nvSpPr>
        <p:spPr>
          <a:xfrm flipH="1">
            <a:off x="6279515" y="4486275"/>
            <a:ext cx="12700" cy="467995"/>
          </a:xfrm>
          <a:prstGeom prst="line">
            <a:avLst/>
          </a:prstGeom>
          <a:noFill/>
          <a:ln w="19050">
            <a:solidFill>
              <a:srgbClr val="E1ADFD"/>
            </a:solidFill>
            <a:prstDash val="solid"/>
            <a:headEnd type="none"/>
            <a:tailEnd type="none"/>
          </a:ln>
        </p:spPr>
      </p:sp>
      <p:sp>
        <p:nvSpPr>
          <p:cNvPr id="18" name="Shape 14"/>
          <p:cNvSpPr/>
          <p:nvPr>
            <p:custDataLst>
              <p:tags r:id="rId11"/>
            </p:custDataLst>
          </p:nvPr>
        </p:nvSpPr>
        <p:spPr>
          <a:xfrm>
            <a:off x="5097145" y="5382895"/>
            <a:ext cx="5905500" cy="673100"/>
          </a:xfrm>
          <a:prstGeom prst="roundRect">
            <a:avLst>
              <a:gd name="adj" fmla="val 50000"/>
            </a:avLst>
          </a:prstGeom>
          <a:solidFill>
            <a:srgbClr val="EAFAFE">
              <a:alpha val="63137"/>
            </a:srgbClr>
          </a:solidFill>
        </p:spPr>
      </p:sp>
      <p:sp>
        <p:nvSpPr>
          <p:cNvPr id="19" name="Text 15"/>
          <p:cNvSpPr/>
          <p:nvPr/>
        </p:nvSpPr>
        <p:spPr>
          <a:xfrm>
            <a:off x="5097145" y="5382895"/>
            <a:ext cx="5905500" cy="6731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0" name="Shape 16"/>
          <p:cNvSpPr/>
          <p:nvPr>
            <p:custDataLst>
              <p:tags r:id="rId12"/>
            </p:custDataLst>
          </p:nvPr>
        </p:nvSpPr>
        <p:spPr>
          <a:xfrm flipH="1">
            <a:off x="6279515" y="5485130"/>
            <a:ext cx="12700" cy="467995"/>
          </a:xfrm>
          <a:prstGeom prst="line">
            <a:avLst/>
          </a:prstGeom>
          <a:noFill/>
          <a:ln w="19050">
            <a:solidFill>
              <a:srgbClr val="E1ADFD"/>
            </a:solidFill>
            <a:prstDash val="solid"/>
            <a:headEnd type="none"/>
            <a:tailEnd type="none"/>
          </a:ln>
        </p:spPr>
      </p:sp>
      <p:sp>
        <p:nvSpPr>
          <p:cNvPr id="21" name="Text 17"/>
          <p:cNvSpPr/>
          <p:nvPr>
            <p:custDataLst>
              <p:tags r:id="rId13"/>
            </p:custDataLst>
          </p:nvPr>
        </p:nvSpPr>
        <p:spPr>
          <a:xfrm>
            <a:off x="5281295" y="1432560"/>
            <a:ext cx="1041400" cy="495300"/>
          </a:xfrm>
          <a:prstGeom prst="rect">
            <a:avLst/>
          </a:prstGeom>
          <a:noFill/>
        </p:spPr>
        <p:txBody>
          <a:bodyPr wrap="square" lIns="91440" tIns="45720" rIns="91440" bIns="45720" rtlCol="0" anchor="t">
            <a:spAutoFit/>
          </a:bodyPr>
          <a:lstStyle/>
          <a:p>
            <a:pPr marL="0" indent="0" algn="ctr">
              <a:lnSpc>
                <a:spcPct val="100000"/>
              </a:lnSpc>
              <a:buNone/>
            </a:pPr>
            <a:r>
              <a:rPr lang="en-US" sz="3200" b="1" dirty="0">
                <a:solidFill>
                  <a:srgbClr val="E1ADFD"/>
                </a:solidFill>
                <a:latin typeface="MiSans" pitchFamily="34" charset="-122"/>
                <a:ea typeface="MiSans" pitchFamily="34" charset="-122"/>
                <a:cs typeface="MiSans" pitchFamily="34" charset="-120"/>
              </a:rPr>
              <a:t>01</a:t>
            </a:r>
            <a:endParaRPr lang="en-US" sz="1600" dirty="0"/>
          </a:p>
        </p:txBody>
      </p:sp>
      <p:sp>
        <p:nvSpPr>
          <p:cNvPr id="22" name="Text 18"/>
          <p:cNvSpPr/>
          <p:nvPr>
            <p:custDataLst>
              <p:tags r:id="rId14"/>
            </p:custDataLst>
          </p:nvPr>
        </p:nvSpPr>
        <p:spPr>
          <a:xfrm>
            <a:off x="6348095" y="1494155"/>
            <a:ext cx="5547360" cy="521970"/>
          </a:xfrm>
          <a:prstGeom prst="rect">
            <a:avLst/>
          </a:prstGeom>
          <a:noFill/>
        </p:spPr>
        <p:txBody>
          <a:bodyPr wrap="square" lIns="91440" tIns="45720" rIns="91440" bIns="45720" rtlCol="0" anchor="t">
            <a:spAutoFit/>
          </a:bodyPr>
          <a:lstStyle/>
          <a:p>
            <a:pPr marL="0" indent="0" algn="l">
              <a:lnSpc>
                <a:spcPct val="100000"/>
              </a:lnSpc>
              <a:buNone/>
            </a:pPr>
            <a:r>
              <a:rPr lang="zh-CN" altLang="en-US" sz="2800" b="1" dirty="0"/>
              <a:t>选题依据、国内外研究概况</a:t>
            </a:r>
            <a:r>
              <a:rPr lang="en-US" altLang="zh-CN" sz="1600" dirty="0"/>
              <a:t> </a:t>
            </a:r>
            <a:endParaRPr lang="en-US" altLang="zh-CN" sz="1600" dirty="0"/>
          </a:p>
        </p:txBody>
      </p:sp>
      <p:sp>
        <p:nvSpPr>
          <p:cNvPr id="23" name="Text 19"/>
          <p:cNvSpPr/>
          <p:nvPr>
            <p:custDataLst>
              <p:tags r:id="rId15"/>
            </p:custDataLst>
          </p:nvPr>
        </p:nvSpPr>
        <p:spPr>
          <a:xfrm>
            <a:off x="5281295" y="2431415"/>
            <a:ext cx="1041400" cy="495300"/>
          </a:xfrm>
          <a:prstGeom prst="rect">
            <a:avLst/>
          </a:prstGeom>
          <a:noFill/>
        </p:spPr>
        <p:txBody>
          <a:bodyPr wrap="square" lIns="91440" tIns="45720" rIns="91440" bIns="45720" rtlCol="0" anchor="t">
            <a:spAutoFit/>
          </a:bodyPr>
          <a:lstStyle/>
          <a:p>
            <a:pPr marL="0" indent="0" algn="ctr">
              <a:lnSpc>
                <a:spcPct val="100000"/>
              </a:lnSpc>
              <a:buNone/>
            </a:pPr>
            <a:r>
              <a:rPr lang="en-US" sz="3200" b="1" dirty="0">
                <a:solidFill>
                  <a:srgbClr val="E1ADFD"/>
                </a:solidFill>
                <a:latin typeface="MiSans" pitchFamily="34" charset="-122"/>
                <a:ea typeface="MiSans" pitchFamily="34" charset="-122"/>
                <a:cs typeface="MiSans" pitchFamily="34" charset="-120"/>
              </a:rPr>
              <a:t>02</a:t>
            </a:r>
            <a:endParaRPr lang="en-US" sz="1600" dirty="0"/>
          </a:p>
        </p:txBody>
      </p:sp>
      <p:sp>
        <p:nvSpPr>
          <p:cNvPr id="24" name="Text 20"/>
          <p:cNvSpPr/>
          <p:nvPr>
            <p:custDataLst>
              <p:tags r:id="rId16"/>
            </p:custDataLst>
          </p:nvPr>
        </p:nvSpPr>
        <p:spPr>
          <a:xfrm>
            <a:off x="6348095" y="2493010"/>
            <a:ext cx="5598160" cy="521970"/>
          </a:xfrm>
          <a:prstGeom prst="rect">
            <a:avLst/>
          </a:prstGeom>
          <a:noFill/>
        </p:spPr>
        <p:txBody>
          <a:bodyPr wrap="square" lIns="91440" tIns="45720" rIns="91440" bIns="45720" rtlCol="0" anchor="t">
            <a:spAutoFit/>
          </a:bodyPr>
          <a:lstStyle/>
          <a:p>
            <a:pPr marL="0" indent="0" algn="l">
              <a:lnSpc>
                <a:spcPct val="100000"/>
              </a:lnSpc>
              <a:buNone/>
            </a:pPr>
            <a:r>
              <a:rPr lang="zh-CN" altLang="en-US" sz="2800" b="1" dirty="0"/>
              <a:t>主要研究（设计）内容</a:t>
            </a:r>
            <a:endParaRPr lang="zh-CN" altLang="en-US" sz="1600" dirty="0"/>
          </a:p>
        </p:txBody>
      </p:sp>
      <p:sp>
        <p:nvSpPr>
          <p:cNvPr id="25" name="Text 21"/>
          <p:cNvSpPr/>
          <p:nvPr>
            <p:custDataLst>
              <p:tags r:id="rId17"/>
            </p:custDataLst>
          </p:nvPr>
        </p:nvSpPr>
        <p:spPr>
          <a:xfrm>
            <a:off x="5281295" y="3430270"/>
            <a:ext cx="1041400" cy="495300"/>
          </a:xfrm>
          <a:prstGeom prst="rect">
            <a:avLst/>
          </a:prstGeom>
          <a:noFill/>
        </p:spPr>
        <p:txBody>
          <a:bodyPr wrap="square" lIns="91440" tIns="45720" rIns="91440" bIns="45720" rtlCol="0" anchor="t">
            <a:spAutoFit/>
          </a:bodyPr>
          <a:lstStyle/>
          <a:p>
            <a:pPr marL="0" indent="0" algn="ctr">
              <a:lnSpc>
                <a:spcPct val="100000"/>
              </a:lnSpc>
              <a:buNone/>
            </a:pPr>
            <a:r>
              <a:rPr lang="en-US" sz="3200" b="1" dirty="0">
                <a:solidFill>
                  <a:srgbClr val="E1ADFD"/>
                </a:solidFill>
                <a:latin typeface="MiSans" pitchFamily="34" charset="-122"/>
                <a:ea typeface="MiSans" pitchFamily="34" charset="-122"/>
                <a:cs typeface="MiSans" pitchFamily="34" charset="-120"/>
              </a:rPr>
              <a:t>03</a:t>
            </a:r>
            <a:endParaRPr lang="en-US" sz="1600" dirty="0"/>
          </a:p>
        </p:txBody>
      </p:sp>
      <p:sp>
        <p:nvSpPr>
          <p:cNvPr id="26" name="Text 22"/>
          <p:cNvSpPr/>
          <p:nvPr>
            <p:custDataLst>
              <p:tags r:id="rId18"/>
            </p:custDataLst>
          </p:nvPr>
        </p:nvSpPr>
        <p:spPr>
          <a:xfrm>
            <a:off x="6348095" y="3491865"/>
            <a:ext cx="5547360" cy="521970"/>
          </a:xfrm>
          <a:prstGeom prst="rect">
            <a:avLst/>
          </a:prstGeom>
          <a:noFill/>
        </p:spPr>
        <p:txBody>
          <a:bodyPr wrap="square" lIns="91440" tIns="45720" rIns="91440" bIns="45720" rtlCol="0" anchor="t">
            <a:spAutoFit/>
          </a:bodyPr>
          <a:lstStyle/>
          <a:p>
            <a:pPr marL="0" indent="0" algn="l">
              <a:lnSpc>
                <a:spcPct val="100000"/>
              </a:lnSpc>
              <a:buNone/>
            </a:pPr>
            <a:r>
              <a:rPr lang="zh-CN" altLang="en-US" sz="2800" b="1" dirty="0"/>
              <a:t>研究（设计）方法及技术路线</a:t>
            </a:r>
            <a:endParaRPr lang="zh-CN" altLang="en-US" sz="1600" dirty="0"/>
          </a:p>
        </p:txBody>
      </p:sp>
      <p:sp>
        <p:nvSpPr>
          <p:cNvPr id="27" name="Text 23"/>
          <p:cNvSpPr/>
          <p:nvPr>
            <p:custDataLst>
              <p:tags r:id="rId19"/>
            </p:custDataLst>
          </p:nvPr>
        </p:nvSpPr>
        <p:spPr>
          <a:xfrm>
            <a:off x="5281295" y="4429125"/>
            <a:ext cx="1041400" cy="495300"/>
          </a:xfrm>
          <a:prstGeom prst="rect">
            <a:avLst/>
          </a:prstGeom>
          <a:noFill/>
        </p:spPr>
        <p:txBody>
          <a:bodyPr wrap="square" lIns="91440" tIns="45720" rIns="91440" bIns="45720" rtlCol="0" anchor="t">
            <a:spAutoFit/>
          </a:bodyPr>
          <a:lstStyle/>
          <a:p>
            <a:pPr marL="0" indent="0" algn="ctr">
              <a:lnSpc>
                <a:spcPct val="100000"/>
              </a:lnSpc>
              <a:buNone/>
            </a:pPr>
            <a:r>
              <a:rPr lang="en-US" sz="3200" b="1" dirty="0">
                <a:solidFill>
                  <a:srgbClr val="E1ADFD"/>
                </a:solidFill>
                <a:latin typeface="MiSans" pitchFamily="34" charset="-122"/>
                <a:ea typeface="MiSans" pitchFamily="34" charset="-122"/>
                <a:cs typeface="MiSans" pitchFamily="34" charset="-120"/>
              </a:rPr>
              <a:t>04</a:t>
            </a:r>
            <a:endParaRPr lang="en-US" sz="1600" dirty="0"/>
          </a:p>
        </p:txBody>
      </p:sp>
      <p:sp>
        <p:nvSpPr>
          <p:cNvPr id="28" name="Text 24"/>
          <p:cNvSpPr/>
          <p:nvPr>
            <p:custDataLst>
              <p:tags r:id="rId20"/>
            </p:custDataLst>
          </p:nvPr>
        </p:nvSpPr>
        <p:spPr>
          <a:xfrm>
            <a:off x="6348095" y="4490720"/>
            <a:ext cx="5598160" cy="521970"/>
          </a:xfrm>
          <a:prstGeom prst="rect">
            <a:avLst/>
          </a:prstGeom>
          <a:noFill/>
        </p:spPr>
        <p:txBody>
          <a:bodyPr wrap="square" lIns="91440" tIns="45720" rIns="91440" bIns="45720" rtlCol="0" anchor="t">
            <a:spAutoFit/>
          </a:bodyPr>
          <a:lstStyle/>
          <a:p>
            <a:pPr marL="0" indent="0" algn="l">
              <a:lnSpc>
                <a:spcPct val="100000"/>
              </a:lnSpc>
              <a:buNone/>
            </a:pPr>
            <a:r>
              <a:rPr lang="zh-CN" altLang="en-US" sz="2800" b="1" dirty="0"/>
              <a:t>本课题的重点、难点</a:t>
            </a:r>
            <a:endParaRPr lang="zh-CN" altLang="en-US" sz="1600" dirty="0"/>
          </a:p>
        </p:txBody>
      </p:sp>
      <p:sp>
        <p:nvSpPr>
          <p:cNvPr id="29" name="Text 25"/>
          <p:cNvSpPr/>
          <p:nvPr>
            <p:custDataLst>
              <p:tags r:id="rId21"/>
            </p:custDataLst>
          </p:nvPr>
        </p:nvSpPr>
        <p:spPr>
          <a:xfrm>
            <a:off x="5281295" y="5427980"/>
            <a:ext cx="1041400" cy="495300"/>
          </a:xfrm>
          <a:prstGeom prst="rect">
            <a:avLst/>
          </a:prstGeom>
          <a:noFill/>
        </p:spPr>
        <p:txBody>
          <a:bodyPr wrap="square" lIns="91440" tIns="45720" rIns="91440" bIns="45720" rtlCol="0" anchor="t">
            <a:spAutoFit/>
          </a:bodyPr>
          <a:lstStyle/>
          <a:p>
            <a:pPr marL="0" indent="0" algn="ctr">
              <a:lnSpc>
                <a:spcPct val="100000"/>
              </a:lnSpc>
              <a:buNone/>
            </a:pPr>
            <a:r>
              <a:rPr lang="en-US" sz="3200" b="1" dirty="0">
                <a:solidFill>
                  <a:srgbClr val="E1ADFD"/>
                </a:solidFill>
                <a:latin typeface="MiSans" pitchFamily="34" charset="-122"/>
                <a:ea typeface="MiSans" pitchFamily="34" charset="-122"/>
                <a:cs typeface="MiSans" pitchFamily="34" charset="-120"/>
              </a:rPr>
              <a:t>05</a:t>
            </a:r>
            <a:endParaRPr lang="en-US" sz="1600" dirty="0"/>
          </a:p>
        </p:txBody>
      </p:sp>
      <p:sp>
        <p:nvSpPr>
          <p:cNvPr id="30" name="Text 26"/>
          <p:cNvSpPr/>
          <p:nvPr>
            <p:custDataLst>
              <p:tags r:id="rId22"/>
            </p:custDataLst>
          </p:nvPr>
        </p:nvSpPr>
        <p:spPr>
          <a:xfrm>
            <a:off x="6348095" y="5489575"/>
            <a:ext cx="5547360" cy="521970"/>
          </a:xfrm>
          <a:prstGeom prst="rect">
            <a:avLst/>
          </a:prstGeom>
          <a:noFill/>
        </p:spPr>
        <p:txBody>
          <a:bodyPr wrap="square" lIns="91440" tIns="45720" rIns="91440" bIns="45720" rtlCol="0" anchor="t">
            <a:spAutoFit/>
          </a:bodyPr>
          <a:lstStyle/>
          <a:p>
            <a:pPr marL="0" indent="0" algn="l">
              <a:lnSpc>
                <a:spcPct val="100000"/>
              </a:lnSpc>
              <a:buNone/>
            </a:pPr>
            <a:r>
              <a:rPr lang="zh-CN" altLang="en-US" sz="2800" b="1" dirty="0"/>
              <a:t>预期结果和成果形式</a:t>
            </a:r>
            <a:endParaRPr lang="zh-CN" altLang="en-US" sz="28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05-12:21:50-d2t6anlnfo2stf9didn0.png"/>
          <p:cNvPicPr>
            <a:picLocks noChangeAspect="1"/>
          </p:cNvPicPr>
          <p:nvPr/>
        </p:nvPicPr>
        <p:blipFill>
          <a:blip r:embed="rId1">
            <a:alphaModFix amt="10000"/>
          </a:blip>
          <a:srcRect l="26" r="26"/>
          <a:stretch>
            <a:fillRect/>
          </a:stretch>
        </p:blipFill>
        <p:spPr>
          <a:xfrm>
            <a:off x="0" y="0"/>
            <a:ext cx="12192000" cy="6858000"/>
          </a:xfrm>
          <a:prstGeom prst="rect">
            <a:avLst/>
          </a:prstGeom>
        </p:spPr>
      </p:pic>
      <p:pic>
        <p:nvPicPr>
          <p:cNvPr id="3" name="Image 1" descr="https://kimi-img.moonshot.cn/pub/slides/slides_tmpl/image/25-09-05-12:21:53-d2t6aodnfo2stf9didqg.jpg"/>
          <p:cNvPicPr>
            <a:picLocks noChangeAspect="1"/>
          </p:cNvPicPr>
          <p:nvPr/>
        </p:nvPicPr>
        <p:blipFill>
          <a:blip r:embed="rId2"/>
          <a:srcRect t="3" b="3"/>
          <a:stretch>
            <a:fillRect/>
          </a:stretch>
        </p:blipFill>
        <p:spPr>
          <a:xfrm>
            <a:off x="0" y="0"/>
            <a:ext cx="12214225" cy="6953885"/>
          </a:xfrm>
          <a:prstGeom prst="rect">
            <a:avLst/>
          </a:prstGeom>
        </p:spPr>
      </p:pic>
      <p:sp>
        <p:nvSpPr>
          <p:cNvPr id="4" name="Text 0"/>
          <p:cNvSpPr/>
          <p:nvPr/>
        </p:nvSpPr>
        <p:spPr>
          <a:xfrm>
            <a:off x="649605" y="1609090"/>
            <a:ext cx="6096000" cy="1322070"/>
          </a:xfrm>
          <a:prstGeom prst="rect">
            <a:avLst/>
          </a:prstGeom>
          <a:noFill/>
        </p:spPr>
        <p:txBody>
          <a:bodyPr wrap="square" lIns="91440" tIns="45720" rIns="91440" bIns="45720" rtlCol="0" anchor="t">
            <a:spAutoFit/>
          </a:bodyPr>
          <a:lstStyle/>
          <a:p>
            <a:pPr marL="0" indent="0" algn="l">
              <a:lnSpc>
                <a:spcPct val="100000"/>
              </a:lnSpc>
              <a:buNone/>
            </a:pPr>
            <a:r>
              <a:rPr lang="en-US" sz="8000" b="1" dirty="0">
                <a:solidFill>
                  <a:srgbClr val="000000"/>
                </a:solidFill>
                <a:latin typeface="MiSans" pitchFamily="34" charset="-122"/>
                <a:ea typeface="MiSans" pitchFamily="34" charset="-122"/>
                <a:cs typeface="MiSans" pitchFamily="34" charset="-120"/>
              </a:rPr>
              <a:t>01</a:t>
            </a:r>
            <a:endParaRPr lang="en-US" sz="1600" dirty="0"/>
          </a:p>
        </p:txBody>
      </p:sp>
      <p:sp>
        <p:nvSpPr>
          <p:cNvPr id="5" name="Text 1"/>
          <p:cNvSpPr/>
          <p:nvPr/>
        </p:nvSpPr>
        <p:spPr>
          <a:xfrm>
            <a:off x="649605" y="2985135"/>
            <a:ext cx="8885555" cy="829945"/>
          </a:xfrm>
          <a:prstGeom prst="rect">
            <a:avLst/>
          </a:prstGeom>
          <a:noFill/>
        </p:spPr>
        <p:txBody>
          <a:bodyPr wrap="square" lIns="91440" tIns="45720" rIns="91440" bIns="45720" rtlCol="0" anchor="t">
            <a:spAutoFit/>
          </a:bodyPr>
          <a:lstStyle/>
          <a:p>
            <a:pPr marL="0" indent="0" algn="l">
              <a:lnSpc>
                <a:spcPct val="100000"/>
              </a:lnSpc>
              <a:buNone/>
            </a:pPr>
            <a:r>
              <a:rPr lang="zh-CN" altLang="en-US" sz="4800" b="1" dirty="0">
                <a:sym typeface="+mn-ea"/>
              </a:rPr>
              <a:t>选题依据、国内外研究概况</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09-05-12:21:50-d2t6anlnfo2stf9didn0.png"/>
          <p:cNvPicPr>
            <a:picLocks noChangeAspect="1"/>
          </p:cNvPicPr>
          <p:nvPr/>
        </p:nvPicPr>
        <p:blipFill>
          <a:blip r:embed="rId1">
            <a:alphaModFix amt="10000"/>
          </a:blip>
          <a:srcRect l="26" r="26"/>
          <a:stretch>
            <a:fillRect/>
          </a:stretch>
        </p:blipFill>
        <p:spPr>
          <a:xfrm>
            <a:off x="0" y="0"/>
            <a:ext cx="12192000" cy="6858000"/>
          </a:xfrm>
          <a:prstGeom prst="rect">
            <a:avLst/>
          </a:prstGeom>
        </p:spPr>
      </p:pic>
      <p:pic>
        <p:nvPicPr>
          <p:cNvPr id="3" name="Image 1" descr="https://kimi-img.moonshot.cn/pub/slides/slides_tmpl/image/25-09-05-12:21:50-d2t6anlnfo2stf9didng.jpg"/>
          <p:cNvPicPr>
            <a:picLocks noChangeAspect="1"/>
          </p:cNvPicPr>
          <p:nvPr/>
        </p:nvPicPr>
        <p:blipFill>
          <a:blip r:embed="rId2"/>
          <a:stretch>
            <a:fillRect/>
          </a:stretch>
        </p:blipFill>
        <p:spPr>
          <a:xfrm>
            <a:off x="635" y="9525"/>
            <a:ext cx="12273280" cy="6885305"/>
          </a:xfrm>
          <a:prstGeom prst="rect">
            <a:avLst/>
          </a:prstGeom>
        </p:spPr>
      </p:pic>
      <p:sp>
        <p:nvSpPr>
          <p:cNvPr id="4" name="Text 0"/>
          <p:cNvSpPr/>
          <p:nvPr/>
        </p:nvSpPr>
        <p:spPr>
          <a:xfrm>
            <a:off x="254000" y="1625600"/>
            <a:ext cx="12192000" cy="508000"/>
          </a:xfrm>
          <a:prstGeom prst="rect">
            <a:avLst/>
          </a:prstGeom>
          <a:noFill/>
        </p:spPr>
        <p:txBody>
          <a:bodyPr wrap="square" lIns="0" tIns="0" rIns="0" bIns="0" rtlCol="0" anchor="ctr"/>
          <a:lstStyle/>
          <a:p>
            <a:pPr marL="0" indent="0" algn="l">
              <a:lnSpc>
                <a:spcPct val="90000"/>
              </a:lnSpc>
              <a:buNone/>
            </a:pPr>
            <a:r>
              <a:rPr lang="en-US" sz="3600" dirty="0">
                <a:solidFill>
                  <a:srgbClr val="8A75F5"/>
                </a:solidFill>
                <a:latin typeface="Noto Sans SC" panose="020B0200000000000000" pitchFamily="34" charset="-122"/>
                <a:ea typeface="Noto Sans SC" panose="020B0200000000000000" pitchFamily="34" charset="-122"/>
                <a:cs typeface="Noto Sans SC" panose="020B0200000000000000" pitchFamily="34" charset="-120"/>
              </a:rPr>
              <a:t>数字洪流中的影像孤岛</a:t>
            </a:r>
            <a:endParaRPr lang="en-US" sz="1600" dirty="0"/>
          </a:p>
        </p:txBody>
      </p:sp>
      <p:sp>
        <p:nvSpPr>
          <p:cNvPr id="5" name="Text 1"/>
          <p:cNvSpPr/>
          <p:nvPr/>
        </p:nvSpPr>
        <p:spPr>
          <a:xfrm>
            <a:off x="254000" y="2235200"/>
            <a:ext cx="12192000" cy="355600"/>
          </a:xfrm>
          <a:prstGeom prst="rect">
            <a:avLst/>
          </a:prstGeom>
          <a:noFill/>
        </p:spPr>
        <p:txBody>
          <a:bodyPr wrap="square" lIns="0" tIns="0" rIns="0" bIns="0" rtlCol="0" anchor="ctr"/>
          <a:lstStyle/>
          <a:p>
            <a:pPr marL="0" indent="0" algn="l">
              <a:lnSpc>
                <a:spcPct val="130000"/>
              </a:lnSpc>
              <a:buNone/>
            </a:pPr>
            <a:r>
              <a:rPr lang="en-US" sz="1800" dirty="0">
                <a:solidFill>
                  <a:srgbClr val="3A3F6B"/>
                </a:solidFill>
                <a:latin typeface="Noto Sans SC" panose="020B0200000000000000" pitchFamily="34" charset="-122"/>
                <a:ea typeface="Noto Sans SC" panose="020B0200000000000000" pitchFamily="34" charset="-122"/>
                <a:cs typeface="Noto Sans SC" panose="020B0200000000000000" pitchFamily="34" charset="-120"/>
              </a:rPr>
              <a:t>数字摄影普及后，图片产量爆炸，却分散于不同平台，形成信息孤岛。</a:t>
            </a:r>
            <a:endParaRPr lang="en-US" sz="1600" dirty="0"/>
          </a:p>
        </p:txBody>
      </p:sp>
      <p:sp>
        <p:nvSpPr>
          <p:cNvPr id="6" name="Shape 2"/>
          <p:cNvSpPr/>
          <p:nvPr>
            <p:custDataLst>
              <p:tags r:id="rId3"/>
            </p:custDataLst>
          </p:nvPr>
        </p:nvSpPr>
        <p:spPr>
          <a:xfrm>
            <a:off x="254000" y="2895600"/>
            <a:ext cx="3695700" cy="2336800"/>
          </a:xfrm>
          <a:custGeom>
            <a:avLst/>
            <a:gdLst/>
            <a:ahLst/>
            <a:cxnLst/>
            <a:rect l="l" t="t" r="r" b="b"/>
            <a:pathLst>
              <a:path w="3695700" h="2336800">
                <a:moveTo>
                  <a:pt x="152406" y="0"/>
                </a:moveTo>
                <a:lnTo>
                  <a:pt x="3543294" y="0"/>
                </a:lnTo>
                <a:cubicBezTo>
                  <a:pt x="3627465" y="0"/>
                  <a:pt x="3695700" y="68235"/>
                  <a:pt x="3695700" y="152406"/>
                </a:cubicBezTo>
                <a:lnTo>
                  <a:pt x="3695700" y="2184394"/>
                </a:lnTo>
                <a:cubicBezTo>
                  <a:pt x="3695700" y="2268565"/>
                  <a:pt x="3627465" y="2336800"/>
                  <a:pt x="3543294" y="2336800"/>
                </a:cubicBezTo>
                <a:lnTo>
                  <a:pt x="152406" y="2336800"/>
                </a:lnTo>
                <a:cubicBezTo>
                  <a:pt x="68235" y="2336800"/>
                  <a:pt x="0" y="2268565"/>
                  <a:pt x="0" y="2184394"/>
                </a:cubicBezTo>
                <a:lnTo>
                  <a:pt x="0" y="152406"/>
                </a:lnTo>
                <a:cubicBezTo>
                  <a:pt x="0" y="68291"/>
                  <a:pt x="68291" y="0"/>
                  <a:pt x="152406" y="0"/>
                </a:cubicBezTo>
                <a:close/>
              </a:path>
            </a:pathLst>
          </a:custGeom>
          <a:solidFill>
            <a:srgbClr val="8A75F5">
              <a:alpha val="20000"/>
            </a:srgbClr>
          </a:solidFill>
        </p:spPr>
      </p:sp>
      <p:sp>
        <p:nvSpPr>
          <p:cNvPr id="7" name="Shape 3"/>
          <p:cNvSpPr/>
          <p:nvPr>
            <p:custDataLst>
              <p:tags r:id="rId4"/>
            </p:custDataLst>
          </p:nvPr>
        </p:nvSpPr>
        <p:spPr>
          <a:xfrm>
            <a:off x="1693267" y="3098800"/>
            <a:ext cx="812800" cy="812800"/>
          </a:xfrm>
          <a:custGeom>
            <a:avLst/>
            <a:gdLst/>
            <a:ahLst/>
            <a:cxnLst/>
            <a:rect l="l" t="t" r="r" b="b"/>
            <a:pathLst>
              <a:path w="812800" h="812800">
                <a:moveTo>
                  <a:pt x="406400" y="0"/>
                </a:moveTo>
                <a:lnTo>
                  <a:pt x="406400" y="0"/>
                </a:lnTo>
                <a:cubicBezTo>
                  <a:pt x="630698" y="0"/>
                  <a:pt x="812800" y="182102"/>
                  <a:pt x="812800" y="406400"/>
                </a:cubicBezTo>
                <a:lnTo>
                  <a:pt x="812800" y="406400"/>
                </a:lnTo>
                <a:cubicBezTo>
                  <a:pt x="812800" y="630698"/>
                  <a:pt x="630698" y="812800"/>
                  <a:pt x="406400" y="812800"/>
                </a:cubicBezTo>
                <a:lnTo>
                  <a:pt x="406400" y="812800"/>
                </a:lnTo>
                <a:cubicBezTo>
                  <a:pt x="182102" y="812800"/>
                  <a:pt x="0" y="630698"/>
                  <a:pt x="0" y="406400"/>
                </a:cubicBezTo>
                <a:lnTo>
                  <a:pt x="0" y="406400"/>
                </a:lnTo>
                <a:cubicBezTo>
                  <a:pt x="0" y="182102"/>
                  <a:pt x="182102" y="0"/>
                  <a:pt x="406400" y="0"/>
                </a:cubicBezTo>
                <a:close/>
              </a:path>
            </a:pathLst>
          </a:custGeom>
          <a:solidFill>
            <a:srgbClr val="8A75F5">
              <a:alpha val="66667"/>
            </a:srgbClr>
          </a:solidFill>
        </p:spPr>
      </p:sp>
      <p:sp>
        <p:nvSpPr>
          <p:cNvPr id="8" name="Shape 4"/>
          <p:cNvSpPr/>
          <p:nvPr>
            <p:custDataLst>
              <p:tags r:id="rId5"/>
            </p:custDataLst>
          </p:nvPr>
        </p:nvSpPr>
        <p:spPr>
          <a:xfrm>
            <a:off x="1888530" y="3314700"/>
            <a:ext cx="428625" cy="381000"/>
          </a:xfrm>
          <a:custGeom>
            <a:avLst/>
            <a:gdLst/>
            <a:ahLst/>
            <a:cxnLst/>
            <a:rect l="l" t="t" r="r" b="b"/>
            <a:pathLst>
              <a:path w="428625" h="381000">
                <a:moveTo>
                  <a:pt x="71438" y="71438"/>
                </a:moveTo>
                <a:cubicBezTo>
                  <a:pt x="71438" y="45169"/>
                  <a:pt x="92794" y="23812"/>
                  <a:pt x="119063" y="23812"/>
                </a:cubicBezTo>
                <a:lnTo>
                  <a:pt x="357188" y="23812"/>
                </a:lnTo>
                <a:cubicBezTo>
                  <a:pt x="383456" y="23812"/>
                  <a:pt x="404813" y="45169"/>
                  <a:pt x="404813" y="71438"/>
                </a:cubicBezTo>
                <a:lnTo>
                  <a:pt x="404813" y="261938"/>
                </a:lnTo>
                <a:cubicBezTo>
                  <a:pt x="404813" y="288206"/>
                  <a:pt x="383456" y="309563"/>
                  <a:pt x="357188" y="309563"/>
                </a:cubicBezTo>
                <a:lnTo>
                  <a:pt x="119063" y="309563"/>
                </a:lnTo>
                <a:cubicBezTo>
                  <a:pt x="92794" y="309563"/>
                  <a:pt x="71438" y="288206"/>
                  <a:pt x="71438" y="261938"/>
                </a:cubicBezTo>
                <a:lnTo>
                  <a:pt x="71438" y="71438"/>
                </a:lnTo>
                <a:close/>
                <a:moveTo>
                  <a:pt x="17859" y="95250"/>
                </a:moveTo>
                <a:cubicBezTo>
                  <a:pt x="27756" y="95250"/>
                  <a:pt x="35719" y="103212"/>
                  <a:pt x="35719" y="113109"/>
                </a:cubicBezTo>
                <a:lnTo>
                  <a:pt x="35719" y="333375"/>
                </a:lnTo>
                <a:cubicBezTo>
                  <a:pt x="35719" y="339923"/>
                  <a:pt x="41077" y="345281"/>
                  <a:pt x="47625" y="345281"/>
                </a:cubicBezTo>
                <a:lnTo>
                  <a:pt x="315516" y="345281"/>
                </a:lnTo>
                <a:cubicBezTo>
                  <a:pt x="325413" y="345281"/>
                  <a:pt x="333375" y="353244"/>
                  <a:pt x="333375" y="363141"/>
                </a:cubicBezTo>
                <a:cubicBezTo>
                  <a:pt x="333375" y="373038"/>
                  <a:pt x="325413" y="381000"/>
                  <a:pt x="315516" y="381000"/>
                </a:cubicBezTo>
                <a:lnTo>
                  <a:pt x="47625" y="381000"/>
                </a:lnTo>
                <a:cubicBezTo>
                  <a:pt x="21357" y="381000"/>
                  <a:pt x="0" y="359643"/>
                  <a:pt x="0" y="333375"/>
                </a:cubicBezTo>
                <a:lnTo>
                  <a:pt x="0" y="113109"/>
                </a:lnTo>
                <a:cubicBezTo>
                  <a:pt x="0" y="103212"/>
                  <a:pt x="7962" y="95250"/>
                  <a:pt x="17859" y="95250"/>
                </a:cubicBezTo>
                <a:close/>
                <a:moveTo>
                  <a:pt x="142875" y="119063"/>
                </a:moveTo>
                <a:cubicBezTo>
                  <a:pt x="156017" y="119063"/>
                  <a:pt x="166688" y="108392"/>
                  <a:pt x="166688" y="95250"/>
                </a:cubicBezTo>
                <a:cubicBezTo>
                  <a:pt x="166688" y="82108"/>
                  <a:pt x="156017" y="71438"/>
                  <a:pt x="142875" y="71438"/>
                </a:cubicBezTo>
                <a:cubicBezTo>
                  <a:pt x="129733" y="71438"/>
                  <a:pt x="119063" y="82108"/>
                  <a:pt x="119063" y="95250"/>
                </a:cubicBezTo>
                <a:cubicBezTo>
                  <a:pt x="119063" y="108392"/>
                  <a:pt x="129733" y="119063"/>
                  <a:pt x="142875" y="119063"/>
                </a:cubicBezTo>
                <a:close/>
                <a:moveTo>
                  <a:pt x="289099" y="127620"/>
                </a:moveTo>
                <a:cubicBezTo>
                  <a:pt x="285824" y="122337"/>
                  <a:pt x="280095" y="119063"/>
                  <a:pt x="273844" y="119063"/>
                </a:cubicBezTo>
                <a:cubicBezTo>
                  <a:pt x="267593" y="119063"/>
                  <a:pt x="261863" y="122337"/>
                  <a:pt x="258589" y="127620"/>
                </a:cubicBezTo>
                <a:lnTo>
                  <a:pt x="216694" y="196155"/>
                </a:lnTo>
                <a:lnTo>
                  <a:pt x="198462" y="173385"/>
                </a:lnTo>
                <a:cubicBezTo>
                  <a:pt x="195039" y="169143"/>
                  <a:pt x="189979" y="166688"/>
                  <a:pt x="184547" y="166688"/>
                </a:cubicBezTo>
                <a:cubicBezTo>
                  <a:pt x="179115" y="166688"/>
                  <a:pt x="173980" y="169143"/>
                  <a:pt x="170631" y="173385"/>
                </a:cubicBezTo>
                <a:lnTo>
                  <a:pt x="123006" y="232916"/>
                </a:lnTo>
                <a:cubicBezTo>
                  <a:pt x="118690" y="238274"/>
                  <a:pt x="117872" y="245641"/>
                  <a:pt x="120848" y="251817"/>
                </a:cubicBezTo>
                <a:cubicBezTo>
                  <a:pt x="123825" y="257994"/>
                  <a:pt x="130076" y="261938"/>
                  <a:pt x="136922" y="261938"/>
                </a:cubicBezTo>
                <a:lnTo>
                  <a:pt x="339328" y="261938"/>
                </a:lnTo>
                <a:cubicBezTo>
                  <a:pt x="345802" y="261938"/>
                  <a:pt x="351755" y="258440"/>
                  <a:pt x="354881" y="252785"/>
                </a:cubicBezTo>
                <a:cubicBezTo>
                  <a:pt x="358006" y="247129"/>
                  <a:pt x="357932" y="240283"/>
                  <a:pt x="354509" y="234702"/>
                </a:cubicBezTo>
                <a:lnTo>
                  <a:pt x="289024" y="127546"/>
                </a:lnTo>
                <a:close/>
              </a:path>
            </a:pathLst>
          </a:custGeom>
          <a:solidFill>
            <a:srgbClr val="FFFFFF"/>
          </a:solidFill>
        </p:spPr>
      </p:sp>
      <p:sp>
        <p:nvSpPr>
          <p:cNvPr id="9" name="Text 5"/>
          <p:cNvSpPr/>
          <p:nvPr>
            <p:custDataLst>
              <p:tags r:id="rId6"/>
            </p:custDataLst>
          </p:nvPr>
        </p:nvSpPr>
        <p:spPr>
          <a:xfrm>
            <a:off x="1337667" y="4064000"/>
            <a:ext cx="1524000" cy="355600"/>
          </a:xfrm>
          <a:prstGeom prst="rect">
            <a:avLst/>
          </a:prstGeom>
          <a:noFill/>
        </p:spPr>
        <p:txBody>
          <a:bodyPr wrap="square" lIns="0" tIns="0" rIns="0" bIns="0" rtlCol="0" anchor="ctr"/>
          <a:lstStyle/>
          <a:p>
            <a:pPr marL="0" indent="0" algn="ctr">
              <a:lnSpc>
                <a:spcPct val="120000"/>
              </a:lnSpc>
              <a:buNone/>
            </a:pPr>
            <a:r>
              <a:rPr lang="en-US" sz="2000" dirty="0">
                <a:solidFill>
                  <a:srgbClr val="3A3F6B"/>
                </a:solidFill>
                <a:latin typeface="Noto Sans SC" panose="020B0200000000000000" pitchFamily="34" charset="-122"/>
                <a:ea typeface="Noto Sans SC" panose="020B0200000000000000" pitchFamily="34" charset="-122"/>
                <a:cs typeface="Noto Sans SC" panose="020B0200000000000000" pitchFamily="34" charset="-120"/>
              </a:rPr>
              <a:t>信息孤岛</a:t>
            </a:r>
            <a:endParaRPr lang="en-US" sz="1600" dirty="0"/>
          </a:p>
        </p:txBody>
      </p:sp>
      <p:sp>
        <p:nvSpPr>
          <p:cNvPr id="10" name="Text 6"/>
          <p:cNvSpPr/>
          <p:nvPr>
            <p:custDataLst>
              <p:tags r:id="rId7"/>
            </p:custDataLst>
          </p:nvPr>
        </p:nvSpPr>
        <p:spPr>
          <a:xfrm>
            <a:off x="457200" y="4521200"/>
            <a:ext cx="3289300" cy="508000"/>
          </a:xfrm>
          <a:prstGeom prst="rect">
            <a:avLst/>
          </a:prstGeom>
          <a:noFill/>
        </p:spPr>
        <p:txBody>
          <a:bodyPr wrap="square" lIns="0" tIns="0" rIns="0" bIns="0" rtlCol="0" anchor="ctr"/>
          <a:lstStyle/>
          <a:p>
            <a:pPr marL="0" indent="0" algn="ctr">
              <a:lnSpc>
                <a:spcPct val="120000"/>
              </a:lnSpc>
              <a:buNone/>
            </a:pPr>
            <a:r>
              <a:rPr lang="zh-CN" altLang="en-US" sz="1600" dirty="0"/>
              <a:t>选题背景与意义：</a:t>
            </a:r>
            <a:endParaRPr lang="zh-CN" altLang="en-US" sz="1600" dirty="0"/>
          </a:p>
        </p:txBody>
      </p:sp>
      <p:sp>
        <p:nvSpPr>
          <p:cNvPr id="11" name="Shape 7"/>
          <p:cNvSpPr/>
          <p:nvPr>
            <p:custDataLst>
              <p:tags r:id="rId8"/>
            </p:custDataLst>
          </p:nvPr>
        </p:nvSpPr>
        <p:spPr>
          <a:xfrm>
            <a:off x="4250333" y="2895600"/>
            <a:ext cx="3695700" cy="2336800"/>
          </a:xfrm>
          <a:custGeom>
            <a:avLst/>
            <a:gdLst/>
            <a:ahLst/>
            <a:cxnLst/>
            <a:rect l="l" t="t" r="r" b="b"/>
            <a:pathLst>
              <a:path w="3695700" h="2336800">
                <a:moveTo>
                  <a:pt x="152406" y="0"/>
                </a:moveTo>
                <a:lnTo>
                  <a:pt x="3543294" y="0"/>
                </a:lnTo>
                <a:cubicBezTo>
                  <a:pt x="3627465" y="0"/>
                  <a:pt x="3695700" y="68235"/>
                  <a:pt x="3695700" y="152406"/>
                </a:cubicBezTo>
                <a:lnTo>
                  <a:pt x="3695700" y="2184394"/>
                </a:lnTo>
                <a:cubicBezTo>
                  <a:pt x="3695700" y="2268565"/>
                  <a:pt x="3627465" y="2336800"/>
                  <a:pt x="3543294" y="2336800"/>
                </a:cubicBezTo>
                <a:lnTo>
                  <a:pt x="152406" y="2336800"/>
                </a:lnTo>
                <a:cubicBezTo>
                  <a:pt x="68235" y="2336800"/>
                  <a:pt x="0" y="2268565"/>
                  <a:pt x="0" y="2184394"/>
                </a:cubicBezTo>
                <a:lnTo>
                  <a:pt x="0" y="152406"/>
                </a:lnTo>
                <a:cubicBezTo>
                  <a:pt x="0" y="68291"/>
                  <a:pt x="68291" y="0"/>
                  <a:pt x="152406" y="0"/>
                </a:cubicBezTo>
                <a:close/>
              </a:path>
            </a:pathLst>
          </a:custGeom>
          <a:solidFill>
            <a:srgbClr val="8EB8F8">
              <a:alpha val="20000"/>
            </a:srgbClr>
          </a:solidFill>
          <a:effectLst>
            <a:outerShdw blurRad="190500" dist="127000" dir="5400000" algn="bl" rotWithShape="0">
              <a:srgbClr val="000000">
                <a:alpha val="10196"/>
              </a:srgbClr>
            </a:outerShdw>
          </a:effectLst>
        </p:spPr>
      </p:sp>
      <p:sp>
        <p:nvSpPr>
          <p:cNvPr id="12" name="Shape 8"/>
          <p:cNvSpPr/>
          <p:nvPr>
            <p:custDataLst>
              <p:tags r:id="rId9"/>
            </p:custDataLst>
          </p:nvPr>
        </p:nvSpPr>
        <p:spPr>
          <a:xfrm>
            <a:off x="5689600" y="3098800"/>
            <a:ext cx="812800" cy="812800"/>
          </a:xfrm>
          <a:custGeom>
            <a:avLst/>
            <a:gdLst/>
            <a:ahLst/>
            <a:cxnLst/>
            <a:rect l="l" t="t" r="r" b="b"/>
            <a:pathLst>
              <a:path w="812800" h="812800">
                <a:moveTo>
                  <a:pt x="406400" y="0"/>
                </a:moveTo>
                <a:lnTo>
                  <a:pt x="406400" y="0"/>
                </a:lnTo>
                <a:cubicBezTo>
                  <a:pt x="630698" y="0"/>
                  <a:pt x="812800" y="182102"/>
                  <a:pt x="812800" y="406400"/>
                </a:cubicBezTo>
                <a:lnTo>
                  <a:pt x="812800" y="406400"/>
                </a:lnTo>
                <a:cubicBezTo>
                  <a:pt x="812800" y="630698"/>
                  <a:pt x="630698" y="812800"/>
                  <a:pt x="406400" y="812800"/>
                </a:cubicBezTo>
                <a:lnTo>
                  <a:pt x="406400" y="812800"/>
                </a:lnTo>
                <a:cubicBezTo>
                  <a:pt x="182102" y="812800"/>
                  <a:pt x="0" y="630698"/>
                  <a:pt x="0" y="406400"/>
                </a:cubicBezTo>
                <a:lnTo>
                  <a:pt x="0" y="406400"/>
                </a:lnTo>
                <a:cubicBezTo>
                  <a:pt x="0" y="182102"/>
                  <a:pt x="182102" y="0"/>
                  <a:pt x="406400" y="0"/>
                </a:cubicBezTo>
                <a:close/>
              </a:path>
            </a:pathLst>
          </a:custGeom>
          <a:solidFill>
            <a:srgbClr val="8EB8F8"/>
          </a:solidFill>
        </p:spPr>
      </p:sp>
      <p:sp>
        <p:nvSpPr>
          <p:cNvPr id="13" name="Shape 9"/>
          <p:cNvSpPr/>
          <p:nvPr>
            <p:custDataLst>
              <p:tags r:id="rId10"/>
            </p:custDataLst>
          </p:nvPr>
        </p:nvSpPr>
        <p:spPr>
          <a:xfrm>
            <a:off x="5908675" y="3314700"/>
            <a:ext cx="381000" cy="381000"/>
          </a:xfrm>
          <a:custGeom>
            <a:avLst/>
            <a:gdLst/>
            <a:ahLst/>
            <a:cxnLst/>
            <a:rect l="l" t="t" r="r" b="b"/>
            <a:pathLst>
              <a:path w="381000" h="381000">
                <a:moveTo>
                  <a:pt x="166688" y="0"/>
                </a:moveTo>
                <a:cubicBezTo>
                  <a:pt x="192956" y="0"/>
                  <a:pt x="214313" y="15999"/>
                  <a:pt x="214313" y="35719"/>
                </a:cubicBezTo>
                <a:cubicBezTo>
                  <a:pt x="214313" y="43458"/>
                  <a:pt x="211038" y="50602"/>
                  <a:pt x="205383" y="56480"/>
                </a:cubicBezTo>
                <a:cubicBezTo>
                  <a:pt x="200471" y="61615"/>
                  <a:pt x="196453" y="67866"/>
                  <a:pt x="196453" y="75009"/>
                </a:cubicBezTo>
                <a:cubicBezTo>
                  <a:pt x="196453" y="86171"/>
                  <a:pt x="205532" y="95250"/>
                  <a:pt x="216694" y="95250"/>
                </a:cubicBezTo>
                <a:lnTo>
                  <a:pt x="250031" y="95250"/>
                </a:lnTo>
                <a:cubicBezTo>
                  <a:pt x="269751" y="95250"/>
                  <a:pt x="285750" y="111249"/>
                  <a:pt x="285750" y="130969"/>
                </a:cubicBezTo>
                <a:lnTo>
                  <a:pt x="285750" y="164306"/>
                </a:lnTo>
                <a:cubicBezTo>
                  <a:pt x="285750" y="175468"/>
                  <a:pt x="294829" y="184547"/>
                  <a:pt x="305991" y="184547"/>
                </a:cubicBezTo>
                <a:cubicBezTo>
                  <a:pt x="313060" y="184547"/>
                  <a:pt x="319385" y="180529"/>
                  <a:pt x="324520" y="175617"/>
                </a:cubicBezTo>
                <a:cubicBezTo>
                  <a:pt x="330398" y="170036"/>
                  <a:pt x="337542" y="166688"/>
                  <a:pt x="345281" y="166688"/>
                </a:cubicBezTo>
                <a:cubicBezTo>
                  <a:pt x="365001" y="166688"/>
                  <a:pt x="381000" y="188044"/>
                  <a:pt x="381000" y="214313"/>
                </a:cubicBezTo>
                <a:cubicBezTo>
                  <a:pt x="381000" y="240581"/>
                  <a:pt x="365001" y="261938"/>
                  <a:pt x="345281" y="261938"/>
                </a:cubicBezTo>
                <a:cubicBezTo>
                  <a:pt x="337542" y="261938"/>
                  <a:pt x="330324" y="258663"/>
                  <a:pt x="324520" y="253008"/>
                </a:cubicBezTo>
                <a:cubicBezTo>
                  <a:pt x="319385" y="248096"/>
                  <a:pt x="313134" y="244078"/>
                  <a:pt x="305991" y="244078"/>
                </a:cubicBezTo>
                <a:cubicBezTo>
                  <a:pt x="294829" y="244078"/>
                  <a:pt x="285750" y="253157"/>
                  <a:pt x="285750" y="264319"/>
                </a:cubicBezTo>
                <a:lnTo>
                  <a:pt x="285750" y="345281"/>
                </a:lnTo>
                <a:cubicBezTo>
                  <a:pt x="285750" y="365001"/>
                  <a:pt x="269751" y="381000"/>
                  <a:pt x="250031" y="381000"/>
                </a:cubicBezTo>
                <a:lnTo>
                  <a:pt x="207764" y="381000"/>
                </a:lnTo>
                <a:cubicBezTo>
                  <a:pt x="198239" y="381000"/>
                  <a:pt x="190500" y="373261"/>
                  <a:pt x="190500" y="363736"/>
                </a:cubicBezTo>
                <a:cubicBezTo>
                  <a:pt x="190500" y="356890"/>
                  <a:pt x="194816" y="350862"/>
                  <a:pt x="200323" y="346770"/>
                </a:cubicBezTo>
                <a:cubicBezTo>
                  <a:pt x="208955" y="340296"/>
                  <a:pt x="214313" y="331366"/>
                  <a:pt x="214313" y="321469"/>
                </a:cubicBezTo>
                <a:cubicBezTo>
                  <a:pt x="214313" y="301749"/>
                  <a:pt x="192956" y="285750"/>
                  <a:pt x="166688" y="285750"/>
                </a:cubicBezTo>
                <a:cubicBezTo>
                  <a:pt x="140419" y="285750"/>
                  <a:pt x="119063" y="301749"/>
                  <a:pt x="119063" y="321469"/>
                </a:cubicBezTo>
                <a:cubicBezTo>
                  <a:pt x="119063" y="331366"/>
                  <a:pt x="124420" y="340296"/>
                  <a:pt x="133052" y="346770"/>
                </a:cubicBezTo>
                <a:cubicBezTo>
                  <a:pt x="138559" y="350862"/>
                  <a:pt x="142875" y="356815"/>
                  <a:pt x="142875" y="363736"/>
                </a:cubicBezTo>
                <a:cubicBezTo>
                  <a:pt x="142875" y="373261"/>
                  <a:pt x="135136" y="381000"/>
                  <a:pt x="125611" y="381000"/>
                </a:cubicBezTo>
                <a:lnTo>
                  <a:pt x="35719" y="381000"/>
                </a:lnTo>
                <a:cubicBezTo>
                  <a:pt x="15999" y="381000"/>
                  <a:pt x="0" y="365001"/>
                  <a:pt x="0" y="345281"/>
                </a:cubicBezTo>
                <a:lnTo>
                  <a:pt x="0" y="255389"/>
                </a:lnTo>
                <a:cubicBezTo>
                  <a:pt x="0" y="245864"/>
                  <a:pt x="7739" y="238125"/>
                  <a:pt x="17264" y="238125"/>
                </a:cubicBezTo>
                <a:cubicBezTo>
                  <a:pt x="24110" y="238125"/>
                  <a:pt x="30138" y="242441"/>
                  <a:pt x="34230" y="247948"/>
                </a:cubicBezTo>
                <a:cubicBezTo>
                  <a:pt x="40704" y="256580"/>
                  <a:pt x="49634" y="261938"/>
                  <a:pt x="59531" y="261938"/>
                </a:cubicBezTo>
                <a:cubicBezTo>
                  <a:pt x="79251" y="261938"/>
                  <a:pt x="95250" y="240581"/>
                  <a:pt x="95250" y="214313"/>
                </a:cubicBezTo>
                <a:cubicBezTo>
                  <a:pt x="95250" y="188044"/>
                  <a:pt x="79251" y="166688"/>
                  <a:pt x="59531" y="166688"/>
                </a:cubicBezTo>
                <a:cubicBezTo>
                  <a:pt x="49634" y="166688"/>
                  <a:pt x="40704" y="172045"/>
                  <a:pt x="34230" y="180677"/>
                </a:cubicBezTo>
                <a:cubicBezTo>
                  <a:pt x="30138" y="186184"/>
                  <a:pt x="24185" y="190500"/>
                  <a:pt x="17264" y="190500"/>
                </a:cubicBezTo>
                <a:cubicBezTo>
                  <a:pt x="7739" y="190500"/>
                  <a:pt x="0" y="182761"/>
                  <a:pt x="0" y="173236"/>
                </a:cubicBezTo>
                <a:lnTo>
                  <a:pt x="0" y="130969"/>
                </a:lnTo>
                <a:cubicBezTo>
                  <a:pt x="0" y="111249"/>
                  <a:pt x="15999" y="95250"/>
                  <a:pt x="35719" y="95250"/>
                </a:cubicBezTo>
                <a:lnTo>
                  <a:pt x="116681" y="95250"/>
                </a:lnTo>
                <a:cubicBezTo>
                  <a:pt x="127843" y="95250"/>
                  <a:pt x="136922" y="86171"/>
                  <a:pt x="136922" y="75009"/>
                </a:cubicBezTo>
                <a:cubicBezTo>
                  <a:pt x="136922" y="67940"/>
                  <a:pt x="132904" y="61615"/>
                  <a:pt x="127992" y="56480"/>
                </a:cubicBezTo>
                <a:cubicBezTo>
                  <a:pt x="122411" y="50602"/>
                  <a:pt x="119063" y="43458"/>
                  <a:pt x="119063" y="35719"/>
                </a:cubicBezTo>
                <a:cubicBezTo>
                  <a:pt x="119063" y="15999"/>
                  <a:pt x="140419" y="0"/>
                  <a:pt x="166688" y="0"/>
                </a:cubicBezTo>
                <a:close/>
              </a:path>
            </a:pathLst>
          </a:custGeom>
          <a:solidFill>
            <a:srgbClr val="FFFFFF"/>
          </a:solidFill>
        </p:spPr>
      </p:sp>
      <p:sp>
        <p:nvSpPr>
          <p:cNvPr id="14" name="Text 10"/>
          <p:cNvSpPr/>
          <p:nvPr>
            <p:custDataLst>
              <p:tags r:id="rId11"/>
            </p:custDataLst>
          </p:nvPr>
        </p:nvSpPr>
        <p:spPr>
          <a:xfrm>
            <a:off x="5334000" y="4064000"/>
            <a:ext cx="1524000" cy="355600"/>
          </a:xfrm>
          <a:prstGeom prst="rect">
            <a:avLst/>
          </a:prstGeom>
          <a:noFill/>
        </p:spPr>
        <p:txBody>
          <a:bodyPr wrap="square" lIns="0" tIns="0" rIns="0" bIns="0" rtlCol="0" anchor="ctr"/>
          <a:lstStyle/>
          <a:p>
            <a:pPr marL="0" indent="0" algn="ctr">
              <a:lnSpc>
                <a:spcPct val="120000"/>
              </a:lnSpc>
              <a:buNone/>
            </a:pPr>
            <a:r>
              <a:rPr lang="en-US" sz="2000" dirty="0">
                <a:solidFill>
                  <a:srgbClr val="3A3F6B"/>
                </a:solidFill>
                <a:latin typeface="Noto Sans SC" panose="020B0200000000000000" pitchFamily="34" charset="-122"/>
                <a:ea typeface="Noto Sans SC" panose="020B0200000000000000" pitchFamily="34" charset="-122"/>
                <a:cs typeface="Noto Sans SC" panose="020B0200000000000000" pitchFamily="34" charset="-120"/>
              </a:rPr>
              <a:t>功能单一</a:t>
            </a:r>
            <a:endParaRPr lang="en-US" sz="1600" dirty="0"/>
          </a:p>
        </p:txBody>
      </p:sp>
      <p:sp>
        <p:nvSpPr>
          <p:cNvPr id="15" name="Text 11"/>
          <p:cNvSpPr/>
          <p:nvPr>
            <p:custDataLst>
              <p:tags r:id="rId12"/>
            </p:custDataLst>
          </p:nvPr>
        </p:nvSpPr>
        <p:spPr>
          <a:xfrm>
            <a:off x="4453533" y="4521200"/>
            <a:ext cx="3289300" cy="508000"/>
          </a:xfrm>
          <a:prstGeom prst="rect">
            <a:avLst/>
          </a:prstGeom>
          <a:noFill/>
        </p:spPr>
        <p:txBody>
          <a:bodyPr wrap="square" lIns="0" tIns="0" rIns="0" bIns="0" rtlCol="0" anchor="ctr"/>
          <a:lstStyle/>
          <a:p>
            <a:pPr marL="0" indent="0" algn="ctr">
              <a:lnSpc>
                <a:spcPct val="120000"/>
              </a:lnSpc>
              <a:buNone/>
            </a:pPr>
            <a:r>
              <a:rPr lang="zh-CN" altLang="en-US" sz="1600" dirty="0"/>
              <a:t>国内外研究现状：</a:t>
            </a:r>
            <a:endParaRPr lang="zh-CN" altLang="en-US" sz="1600" dirty="0"/>
          </a:p>
        </p:txBody>
      </p:sp>
      <p:sp>
        <p:nvSpPr>
          <p:cNvPr id="16" name="Shape 12"/>
          <p:cNvSpPr/>
          <p:nvPr>
            <p:custDataLst>
              <p:tags r:id="rId13"/>
            </p:custDataLst>
          </p:nvPr>
        </p:nvSpPr>
        <p:spPr>
          <a:xfrm>
            <a:off x="8246666" y="2895600"/>
            <a:ext cx="3695700" cy="2336800"/>
          </a:xfrm>
          <a:custGeom>
            <a:avLst/>
            <a:gdLst/>
            <a:ahLst/>
            <a:cxnLst/>
            <a:rect l="l" t="t" r="r" b="b"/>
            <a:pathLst>
              <a:path w="3695700" h="2336800">
                <a:moveTo>
                  <a:pt x="152406" y="0"/>
                </a:moveTo>
                <a:lnTo>
                  <a:pt x="3543294" y="0"/>
                </a:lnTo>
                <a:cubicBezTo>
                  <a:pt x="3627465" y="0"/>
                  <a:pt x="3695700" y="68235"/>
                  <a:pt x="3695700" y="152406"/>
                </a:cubicBezTo>
                <a:lnTo>
                  <a:pt x="3695700" y="2184394"/>
                </a:lnTo>
                <a:cubicBezTo>
                  <a:pt x="3695700" y="2268565"/>
                  <a:pt x="3627465" y="2336800"/>
                  <a:pt x="3543294" y="2336800"/>
                </a:cubicBezTo>
                <a:lnTo>
                  <a:pt x="152406" y="2336800"/>
                </a:lnTo>
                <a:cubicBezTo>
                  <a:pt x="68235" y="2336800"/>
                  <a:pt x="0" y="2268565"/>
                  <a:pt x="0" y="2184394"/>
                </a:cubicBezTo>
                <a:lnTo>
                  <a:pt x="0" y="152406"/>
                </a:lnTo>
                <a:cubicBezTo>
                  <a:pt x="0" y="68291"/>
                  <a:pt x="68291" y="0"/>
                  <a:pt x="152406" y="0"/>
                </a:cubicBezTo>
                <a:close/>
              </a:path>
            </a:pathLst>
          </a:custGeom>
          <a:solidFill>
            <a:srgbClr val="F8A8D8">
              <a:alpha val="20000"/>
            </a:srgbClr>
          </a:solidFill>
        </p:spPr>
      </p:sp>
      <p:sp>
        <p:nvSpPr>
          <p:cNvPr id="17" name="Shape 13"/>
          <p:cNvSpPr/>
          <p:nvPr>
            <p:custDataLst>
              <p:tags r:id="rId14"/>
            </p:custDataLst>
          </p:nvPr>
        </p:nvSpPr>
        <p:spPr>
          <a:xfrm>
            <a:off x="9685933" y="3098800"/>
            <a:ext cx="812800" cy="812800"/>
          </a:xfrm>
          <a:custGeom>
            <a:avLst/>
            <a:gdLst/>
            <a:ahLst/>
            <a:cxnLst/>
            <a:rect l="l" t="t" r="r" b="b"/>
            <a:pathLst>
              <a:path w="812800" h="812800">
                <a:moveTo>
                  <a:pt x="406400" y="0"/>
                </a:moveTo>
                <a:lnTo>
                  <a:pt x="406400" y="0"/>
                </a:lnTo>
                <a:cubicBezTo>
                  <a:pt x="630698" y="0"/>
                  <a:pt x="812800" y="182102"/>
                  <a:pt x="812800" y="406400"/>
                </a:cubicBezTo>
                <a:lnTo>
                  <a:pt x="812800" y="406400"/>
                </a:lnTo>
                <a:cubicBezTo>
                  <a:pt x="812800" y="630698"/>
                  <a:pt x="630698" y="812800"/>
                  <a:pt x="406400" y="812800"/>
                </a:cubicBezTo>
                <a:lnTo>
                  <a:pt x="406400" y="812800"/>
                </a:lnTo>
                <a:cubicBezTo>
                  <a:pt x="182102" y="812800"/>
                  <a:pt x="0" y="630698"/>
                  <a:pt x="0" y="406400"/>
                </a:cubicBezTo>
                <a:lnTo>
                  <a:pt x="0" y="406400"/>
                </a:lnTo>
                <a:cubicBezTo>
                  <a:pt x="0" y="182102"/>
                  <a:pt x="182102" y="0"/>
                  <a:pt x="406400" y="0"/>
                </a:cubicBezTo>
                <a:close/>
              </a:path>
            </a:pathLst>
          </a:custGeom>
          <a:solidFill>
            <a:srgbClr val="F8A8D8"/>
          </a:solidFill>
        </p:spPr>
      </p:sp>
      <p:sp>
        <p:nvSpPr>
          <p:cNvPr id="18" name="Shape 14"/>
          <p:cNvSpPr/>
          <p:nvPr>
            <p:custDataLst>
              <p:tags r:id="rId15"/>
            </p:custDataLst>
          </p:nvPr>
        </p:nvSpPr>
        <p:spPr>
          <a:xfrm>
            <a:off x="9952633" y="3314700"/>
            <a:ext cx="285750" cy="381000"/>
          </a:xfrm>
          <a:custGeom>
            <a:avLst/>
            <a:gdLst/>
            <a:ahLst/>
            <a:cxnLst/>
            <a:rect l="l" t="t" r="r" b="b"/>
            <a:pathLst>
              <a:path w="285750" h="381000">
                <a:moveTo>
                  <a:pt x="217959" y="285750"/>
                </a:moveTo>
                <a:cubicBezTo>
                  <a:pt x="223391" y="269156"/>
                  <a:pt x="234255" y="254124"/>
                  <a:pt x="246534" y="241176"/>
                </a:cubicBezTo>
                <a:cubicBezTo>
                  <a:pt x="270867" y="215578"/>
                  <a:pt x="285750" y="180975"/>
                  <a:pt x="285750" y="142875"/>
                </a:cubicBezTo>
                <a:cubicBezTo>
                  <a:pt x="285750" y="63996"/>
                  <a:pt x="221754" y="0"/>
                  <a:pt x="142875" y="0"/>
                </a:cubicBezTo>
                <a:cubicBezTo>
                  <a:pt x="63996" y="0"/>
                  <a:pt x="0" y="63996"/>
                  <a:pt x="0" y="142875"/>
                </a:cubicBezTo>
                <a:cubicBezTo>
                  <a:pt x="0" y="180975"/>
                  <a:pt x="14883" y="215578"/>
                  <a:pt x="39216" y="241176"/>
                </a:cubicBezTo>
                <a:cubicBezTo>
                  <a:pt x="51495" y="254124"/>
                  <a:pt x="62433" y="269156"/>
                  <a:pt x="67791" y="285750"/>
                </a:cubicBezTo>
                <a:lnTo>
                  <a:pt x="217884" y="285750"/>
                </a:lnTo>
                <a:close/>
                <a:moveTo>
                  <a:pt x="214313" y="321469"/>
                </a:moveTo>
                <a:lnTo>
                  <a:pt x="71438" y="321469"/>
                </a:lnTo>
                <a:lnTo>
                  <a:pt x="71438" y="333375"/>
                </a:lnTo>
                <a:cubicBezTo>
                  <a:pt x="71438" y="366266"/>
                  <a:pt x="98078" y="392906"/>
                  <a:pt x="130969" y="392906"/>
                </a:cubicBezTo>
                <a:lnTo>
                  <a:pt x="154781" y="392906"/>
                </a:lnTo>
                <a:cubicBezTo>
                  <a:pt x="187672" y="392906"/>
                  <a:pt x="214313" y="366266"/>
                  <a:pt x="214313" y="333375"/>
                </a:cubicBezTo>
                <a:lnTo>
                  <a:pt x="214313" y="321469"/>
                </a:lnTo>
                <a:close/>
                <a:moveTo>
                  <a:pt x="136922" y="83344"/>
                </a:moveTo>
                <a:cubicBezTo>
                  <a:pt x="107305" y="83344"/>
                  <a:pt x="83344" y="107305"/>
                  <a:pt x="83344" y="136922"/>
                </a:cubicBezTo>
                <a:cubicBezTo>
                  <a:pt x="83344" y="146819"/>
                  <a:pt x="75381" y="154781"/>
                  <a:pt x="65484" y="154781"/>
                </a:cubicBezTo>
                <a:cubicBezTo>
                  <a:pt x="55587" y="154781"/>
                  <a:pt x="47625" y="146819"/>
                  <a:pt x="47625" y="136922"/>
                </a:cubicBezTo>
                <a:cubicBezTo>
                  <a:pt x="47625" y="87585"/>
                  <a:pt x="87585" y="47625"/>
                  <a:pt x="136922" y="47625"/>
                </a:cubicBezTo>
                <a:cubicBezTo>
                  <a:pt x="146819" y="47625"/>
                  <a:pt x="154781" y="55587"/>
                  <a:pt x="154781" y="65484"/>
                </a:cubicBezTo>
                <a:cubicBezTo>
                  <a:pt x="154781" y="75381"/>
                  <a:pt x="146819" y="83344"/>
                  <a:pt x="136922" y="83344"/>
                </a:cubicBezTo>
                <a:close/>
              </a:path>
            </a:pathLst>
          </a:custGeom>
          <a:solidFill>
            <a:srgbClr val="FFFFFF"/>
          </a:solidFill>
        </p:spPr>
      </p:sp>
      <p:sp>
        <p:nvSpPr>
          <p:cNvPr id="19" name="Text 15"/>
          <p:cNvSpPr/>
          <p:nvPr>
            <p:custDataLst>
              <p:tags r:id="rId16"/>
            </p:custDataLst>
          </p:nvPr>
        </p:nvSpPr>
        <p:spPr>
          <a:xfrm>
            <a:off x="9203333" y="4064000"/>
            <a:ext cx="1778000" cy="355600"/>
          </a:xfrm>
          <a:prstGeom prst="rect">
            <a:avLst/>
          </a:prstGeom>
          <a:noFill/>
        </p:spPr>
        <p:txBody>
          <a:bodyPr wrap="square" lIns="0" tIns="0" rIns="0" bIns="0" rtlCol="0" anchor="ctr"/>
          <a:lstStyle/>
          <a:p>
            <a:pPr marL="0" indent="0" algn="ctr">
              <a:lnSpc>
                <a:spcPct val="120000"/>
              </a:lnSpc>
              <a:buNone/>
            </a:pPr>
            <a:r>
              <a:rPr lang="en-US" sz="2000" dirty="0">
                <a:solidFill>
                  <a:srgbClr val="3A3F6B"/>
                </a:solidFill>
                <a:latin typeface="Noto Sans SC" panose="020B0200000000000000" pitchFamily="34" charset="-122"/>
                <a:ea typeface="Noto Sans SC" panose="020B0200000000000000" pitchFamily="34" charset="-122"/>
                <a:cs typeface="Noto Sans SC" panose="020B0200000000000000" pitchFamily="34" charset="-120"/>
              </a:rPr>
              <a:t>创作被淹没</a:t>
            </a:r>
            <a:endParaRPr lang="en-US" sz="1600" dirty="0"/>
          </a:p>
        </p:txBody>
      </p:sp>
      <p:sp>
        <p:nvSpPr>
          <p:cNvPr id="20" name="Text 16"/>
          <p:cNvSpPr/>
          <p:nvPr>
            <p:custDataLst>
              <p:tags r:id="rId17"/>
            </p:custDataLst>
          </p:nvPr>
        </p:nvSpPr>
        <p:spPr>
          <a:xfrm>
            <a:off x="8449866" y="4521200"/>
            <a:ext cx="3289300" cy="508000"/>
          </a:xfrm>
          <a:prstGeom prst="rect">
            <a:avLst/>
          </a:prstGeom>
          <a:noFill/>
        </p:spPr>
        <p:txBody>
          <a:bodyPr wrap="square" lIns="0" tIns="0" rIns="0" bIns="0" rtlCol="0" anchor="ctr"/>
          <a:lstStyle/>
          <a:p>
            <a:pPr marL="0" indent="0" algn="ctr">
              <a:lnSpc>
                <a:spcPct val="120000"/>
              </a:lnSpc>
              <a:buNone/>
            </a:pPr>
            <a:r>
              <a:rPr lang="zh-CN" altLang="en-US" sz="1600" dirty="0"/>
              <a:t>研究目标：</a:t>
            </a:r>
            <a:endParaRPr lang="zh-CN" alt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05-12:21:50-d2t6anlnfo2stf9didn0.png"/>
          <p:cNvPicPr>
            <a:picLocks noChangeAspect="1"/>
          </p:cNvPicPr>
          <p:nvPr/>
        </p:nvPicPr>
        <p:blipFill>
          <a:blip r:embed="rId1">
            <a:alphaModFix amt="10000"/>
          </a:blip>
          <a:srcRect l="26" r="26"/>
          <a:stretch>
            <a:fillRect/>
          </a:stretch>
        </p:blipFill>
        <p:spPr>
          <a:xfrm>
            <a:off x="0" y="0"/>
            <a:ext cx="12192000" cy="6858000"/>
          </a:xfrm>
          <a:prstGeom prst="rect">
            <a:avLst/>
          </a:prstGeom>
        </p:spPr>
      </p:pic>
      <p:pic>
        <p:nvPicPr>
          <p:cNvPr id="3" name="Image 1" descr="https://kimi-img.moonshot.cn/pub/slides/slides_tmpl/image/25-09-05-12:21:53-d2t6aodnfo2stf9didqg.jpg"/>
          <p:cNvPicPr>
            <a:picLocks noChangeAspect="1"/>
          </p:cNvPicPr>
          <p:nvPr/>
        </p:nvPicPr>
        <p:blipFill>
          <a:blip r:embed="rId2"/>
          <a:srcRect t="3" b="3"/>
          <a:stretch>
            <a:fillRect/>
          </a:stretch>
        </p:blipFill>
        <p:spPr>
          <a:xfrm>
            <a:off x="0" y="0"/>
            <a:ext cx="12214225" cy="6953885"/>
          </a:xfrm>
          <a:prstGeom prst="rect">
            <a:avLst/>
          </a:prstGeom>
        </p:spPr>
      </p:pic>
      <p:sp>
        <p:nvSpPr>
          <p:cNvPr id="4" name="Text 0"/>
          <p:cNvSpPr/>
          <p:nvPr/>
        </p:nvSpPr>
        <p:spPr>
          <a:xfrm>
            <a:off x="649605" y="1609090"/>
            <a:ext cx="6096000" cy="1322070"/>
          </a:xfrm>
          <a:prstGeom prst="rect">
            <a:avLst/>
          </a:prstGeom>
          <a:noFill/>
        </p:spPr>
        <p:txBody>
          <a:bodyPr wrap="square" lIns="91440" tIns="45720" rIns="91440" bIns="45720" rtlCol="0" anchor="t">
            <a:spAutoFit/>
          </a:bodyPr>
          <a:lstStyle/>
          <a:p>
            <a:pPr marL="0" indent="0" algn="l">
              <a:lnSpc>
                <a:spcPct val="100000"/>
              </a:lnSpc>
              <a:buNone/>
            </a:pPr>
            <a:r>
              <a:rPr lang="en-US" sz="8000" b="1" dirty="0">
                <a:solidFill>
                  <a:srgbClr val="000000"/>
                </a:solidFill>
                <a:latin typeface="MiSans" pitchFamily="34" charset="-122"/>
                <a:ea typeface="MiSans" pitchFamily="34" charset="-122"/>
                <a:cs typeface="MiSans" pitchFamily="34" charset="-120"/>
              </a:rPr>
              <a:t>02</a:t>
            </a:r>
            <a:endParaRPr lang="en-US" sz="1600" dirty="0"/>
          </a:p>
        </p:txBody>
      </p:sp>
      <p:sp>
        <p:nvSpPr>
          <p:cNvPr id="5" name="Text 1"/>
          <p:cNvSpPr/>
          <p:nvPr/>
        </p:nvSpPr>
        <p:spPr>
          <a:xfrm>
            <a:off x="649605" y="2985135"/>
            <a:ext cx="5382895" cy="1568450"/>
          </a:xfrm>
          <a:prstGeom prst="rect">
            <a:avLst/>
          </a:prstGeom>
          <a:noFill/>
        </p:spPr>
        <p:txBody>
          <a:bodyPr wrap="square" lIns="91440" tIns="45720" rIns="91440" bIns="45720" rtlCol="0" anchor="t">
            <a:spAutoFit/>
          </a:bodyPr>
          <a:lstStyle/>
          <a:p>
            <a:pPr marL="0" indent="0" algn="l">
              <a:lnSpc>
                <a:spcPct val="100000"/>
              </a:lnSpc>
              <a:buNone/>
            </a:pPr>
            <a:r>
              <a:rPr lang="zh-CN" altLang="en-US" sz="4800" dirty="0"/>
              <a:t>主要研究（设计）内容</a:t>
            </a:r>
            <a:endParaRPr lang="zh-CN" altLang="en-US" sz="4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09-05-12:21:50-d2t6anlnfo2stf9didn0.png"/>
          <p:cNvPicPr>
            <a:picLocks noChangeAspect="1"/>
          </p:cNvPicPr>
          <p:nvPr/>
        </p:nvPicPr>
        <p:blipFill>
          <a:blip r:embed="rId1">
            <a:alphaModFix amt="10000"/>
          </a:blip>
          <a:srcRect l="26" r="26"/>
          <a:stretch>
            <a:fillRect/>
          </a:stretch>
        </p:blipFill>
        <p:spPr>
          <a:xfrm>
            <a:off x="0" y="0"/>
            <a:ext cx="12192000" cy="6858000"/>
          </a:xfrm>
          <a:prstGeom prst="rect">
            <a:avLst/>
          </a:prstGeom>
        </p:spPr>
      </p:pic>
      <p:pic>
        <p:nvPicPr>
          <p:cNvPr id="3" name="Image 1" descr="https://kimi-img.moonshot.cn/pub/slides/slides_tmpl/image/25-09-05-12:21:50-d2t6anlnfo2stf9didng.jpg"/>
          <p:cNvPicPr>
            <a:picLocks noChangeAspect="1"/>
          </p:cNvPicPr>
          <p:nvPr/>
        </p:nvPicPr>
        <p:blipFill>
          <a:blip r:embed="rId2"/>
          <a:stretch>
            <a:fillRect/>
          </a:stretch>
        </p:blipFill>
        <p:spPr>
          <a:xfrm>
            <a:off x="635" y="9525"/>
            <a:ext cx="12273280" cy="6885305"/>
          </a:xfrm>
          <a:prstGeom prst="rect">
            <a:avLst/>
          </a:prstGeom>
        </p:spPr>
      </p:pic>
      <p:sp>
        <p:nvSpPr>
          <p:cNvPr id="4" name="Text 0"/>
          <p:cNvSpPr/>
          <p:nvPr/>
        </p:nvSpPr>
        <p:spPr>
          <a:xfrm>
            <a:off x="0" y="254000"/>
            <a:ext cx="12192000" cy="457200"/>
          </a:xfrm>
          <a:prstGeom prst="rect">
            <a:avLst/>
          </a:prstGeom>
          <a:noFill/>
        </p:spPr>
        <p:txBody>
          <a:bodyPr wrap="square" lIns="0" tIns="0" rIns="0" bIns="0" rtlCol="0" anchor="ctr"/>
          <a:lstStyle/>
          <a:p>
            <a:pPr marL="0" indent="0" algn="ctr">
              <a:lnSpc>
                <a:spcPct val="100000"/>
              </a:lnSpc>
              <a:buNone/>
            </a:pPr>
            <a:r>
              <a:rPr lang="en-US" sz="3000" dirty="0">
                <a:solidFill>
                  <a:srgbClr val="8A75F5"/>
                </a:solidFill>
                <a:latin typeface="Noto Sans SC" panose="020B0200000000000000" pitchFamily="34" charset="-122"/>
                <a:ea typeface="Noto Sans SC" panose="020B0200000000000000" pitchFamily="34" charset="-122"/>
                <a:cs typeface="Noto Sans SC" panose="020B0200000000000000" pitchFamily="34" charset="-120"/>
              </a:rPr>
              <a:t>主流平台优劣势速览</a:t>
            </a:r>
            <a:endParaRPr lang="en-US" sz="1600" dirty="0"/>
          </a:p>
        </p:txBody>
      </p:sp>
      <p:sp>
        <p:nvSpPr>
          <p:cNvPr id="5" name="Text 1"/>
          <p:cNvSpPr/>
          <p:nvPr/>
        </p:nvSpPr>
        <p:spPr>
          <a:xfrm>
            <a:off x="0" y="914400"/>
            <a:ext cx="12192000" cy="304800"/>
          </a:xfrm>
          <a:prstGeom prst="rect">
            <a:avLst/>
          </a:prstGeom>
          <a:noFill/>
        </p:spPr>
        <p:txBody>
          <a:bodyPr wrap="square" lIns="0" tIns="0" rIns="0" bIns="0" rtlCol="0" anchor="ctr"/>
          <a:lstStyle/>
          <a:p>
            <a:pPr marL="0" indent="0" algn="ctr">
              <a:lnSpc>
                <a:spcPct val="130000"/>
              </a:lnSpc>
              <a:buNone/>
            </a:pPr>
            <a:r>
              <a:rPr lang="zh-CN" altLang="en-US" sz="1600" dirty="0"/>
              <a:t>本网站采用前后端分离的现代化架构模式，其核心思想是将前端用户界面与后端数据服务解耦，两者通过标准的</a:t>
            </a:r>
            <a:r>
              <a:rPr lang="en-US" altLang="zh-CN" sz="1600" dirty="0"/>
              <a:t>API</a:t>
            </a:r>
            <a:r>
              <a:rPr lang="zh-CN" altLang="en-US" sz="1600" dirty="0"/>
              <a:t>接口进行通信。这种架构有利于并行开发、独立部署和后期维护。</a:t>
            </a:r>
            <a:endParaRPr lang="zh-CN" altLang="en-US" sz="1600" dirty="0"/>
          </a:p>
        </p:txBody>
      </p:sp>
      <p:sp>
        <p:nvSpPr>
          <p:cNvPr id="7" name="Text 3"/>
          <p:cNvSpPr/>
          <p:nvPr/>
        </p:nvSpPr>
        <p:spPr>
          <a:xfrm>
            <a:off x="973733" y="1727200"/>
            <a:ext cx="3022600" cy="355600"/>
          </a:xfrm>
          <a:prstGeom prst="rect">
            <a:avLst/>
          </a:prstGeom>
          <a:noFill/>
        </p:spPr>
        <p:txBody>
          <a:bodyPr wrap="square" lIns="0" tIns="0" rIns="0" bIns="0" rtlCol="0" anchor="ctr"/>
          <a:lstStyle/>
          <a:p>
            <a:pPr marL="0" indent="0" algn="ctr">
              <a:lnSpc>
                <a:spcPct val="120000"/>
              </a:lnSpc>
              <a:buNone/>
            </a:pPr>
            <a:endParaRPr lang="en-US" sz="1600" dirty="0"/>
          </a:p>
        </p:txBody>
      </p:sp>
      <p:sp>
        <p:nvSpPr>
          <p:cNvPr id="8" name="Text 4"/>
          <p:cNvSpPr/>
          <p:nvPr/>
        </p:nvSpPr>
        <p:spPr>
          <a:xfrm>
            <a:off x="973733" y="2184400"/>
            <a:ext cx="3022600" cy="254000"/>
          </a:xfrm>
          <a:prstGeom prst="rect">
            <a:avLst/>
          </a:prstGeom>
          <a:noFill/>
        </p:spPr>
        <p:txBody>
          <a:bodyPr wrap="square" lIns="0" tIns="0" rIns="0" bIns="0" rtlCol="0" anchor="ctr"/>
          <a:lstStyle/>
          <a:p>
            <a:pPr marL="0" indent="0" algn="ctr">
              <a:lnSpc>
                <a:spcPct val="120000"/>
              </a:lnSpc>
              <a:buNone/>
            </a:pPr>
            <a:endParaRPr lang="en-US" sz="1600" dirty="0"/>
          </a:p>
        </p:txBody>
      </p:sp>
      <p:sp>
        <p:nvSpPr>
          <p:cNvPr id="9" name="Text 5"/>
          <p:cNvSpPr/>
          <p:nvPr/>
        </p:nvSpPr>
        <p:spPr>
          <a:xfrm>
            <a:off x="660400" y="2437765"/>
            <a:ext cx="3081655" cy="1118235"/>
          </a:xfrm>
          <a:prstGeom prst="rect">
            <a:avLst/>
          </a:prstGeom>
          <a:noFill/>
        </p:spPr>
        <p:txBody>
          <a:bodyPr wrap="square" lIns="0" tIns="0" rIns="0" bIns="0" rtlCol="0" anchor="ctr"/>
          <a:lstStyle/>
          <a:p>
            <a:pPr marL="0" indent="0" algn="l">
              <a:lnSpc>
                <a:spcPct val="120000"/>
              </a:lnSpc>
              <a:spcBef>
                <a:spcPts val="10"/>
              </a:spcBef>
              <a:buSzPct val="100000"/>
              <a:buNone/>
            </a:pPr>
            <a:endParaRPr lang="en-US" sz="1600" dirty="0"/>
          </a:p>
        </p:txBody>
      </p:sp>
      <p:sp>
        <p:nvSpPr>
          <p:cNvPr id="11" name="Text 7"/>
          <p:cNvSpPr/>
          <p:nvPr/>
        </p:nvSpPr>
        <p:spPr>
          <a:xfrm>
            <a:off x="4097933" y="1727200"/>
            <a:ext cx="4000500" cy="406400"/>
          </a:xfrm>
          <a:prstGeom prst="rect">
            <a:avLst/>
          </a:prstGeom>
          <a:noFill/>
        </p:spPr>
        <p:txBody>
          <a:bodyPr wrap="square" lIns="0" tIns="0" rIns="0" bIns="0" rtlCol="0" anchor="ctr"/>
          <a:lstStyle/>
          <a:p>
            <a:pPr marL="0" indent="0" algn="ctr">
              <a:lnSpc>
                <a:spcPct val="110000"/>
              </a:lnSpc>
              <a:buNone/>
            </a:pPr>
            <a:endParaRPr lang="en-US" sz="1600" dirty="0"/>
          </a:p>
        </p:txBody>
      </p:sp>
      <p:sp>
        <p:nvSpPr>
          <p:cNvPr id="12" name="Text 8"/>
          <p:cNvSpPr/>
          <p:nvPr/>
        </p:nvSpPr>
        <p:spPr>
          <a:xfrm>
            <a:off x="4097933" y="2235200"/>
            <a:ext cx="4000500" cy="304800"/>
          </a:xfrm>
          <a:prstGeom prst="rect">
            <a:avLst/>
          </a:prstGeom>
          <a:noFill/>
        </p:spPr>
        <p:txBody>
          <a:bodyPr wrap="square" lIns="0" tIns="0" rIns="0" bIns="0" rtlCol="0" anchor="ctr"/>
          <a:lstStyle/>
          <a:p>
            <a:pPr marL="0" indent="0" algn="ctr">
              <a:lnSpc>
                <a:spcPct val="130000"/>
              </a:lnSpc>
              <a:buNone/>
            </a:pPr>
            <a:endParaRPr lang="en-US" sz="1600" dirty="0"/>
          </a:p>
        </p:txBody>
      </p:sp>
      <p:sp>
        <p:nvSpPr>
          <p:cNvPr id="13" name="Text 9"/>
          <p:cNvSpPr/>
          <p:nvPr/>
        </p:nvSpPr>
        <p:spPr>
          <a:xfrm>
            <a:off x="4351933" y="2692400"/>
            <a:ext cx="3492500" cy="965200"/>
          </a:xfrm>
          <a:prstGeom prst="rect">
            <a:avLst/>
          </a:prstGeom>
          <a:noFill/>
        </p:spPr>
        <p:txBody>
          <a:bodyPr wrap="square" lIns="0" tIns="0" rIns="0" bIns="0" rtlCol="0" anchor="ctr"/>
          <a:lstStyle/>
          <a:p>
            <a:pPr marL="0" indent="0" algn="l">
              <a:lnSpc>
                <a:spcPct val="120000"/>
              </a:lnSpc>
              <a:spcBef>
                <a:spcPts val="10"/>
              </a:spcBef>
              <a:buSzPct val="100000"/>
              <a:buNone/>
            </a:pPr>
            <a:endParaRPr lang="en-US" sz="1600" dirty="0"/>
          </a:p>
        </p:txBody>
      </p:sp>
      <p:sp>
        <p:nvSpPr>
          <p:cNvPr id="15" name="Text 11"/>
          <p:cNvSpPr/>
          <p:nvPr/>
        </p:nvSpPr>
        <p:spPr>
          <a:xfrm>
            <a:off x="8195667" y="1727200"/>
            <a:ext cx="3022600" cy="355600"/>
          </a:xfrm>
          <a:prstGeom prst="rect">
            <a:avLst/>
          </a:prstGeom>
          <a:noFill/>
        </p:spPr>
        <p:txBody>
          <a:bodyPr wrap="square" lIns="0" tIns="0" rIns="0" bIns="0" rtlCol="0" anchor="ctr"/>
          <a:lstStyle/>
          <a:p>
            <a:pPr marL="0" indent="0" algn="ctr">
              <a:lnSpc>
                <a:spcPct val="120000"/>
              </a:lnSpc>
              <a:buNone/>
            </a:pPr>
            <a:endParaRPr lang="en-US" sz="1600" dirty="0"/>
          </a:p>
        </p:txBody>
      </p:sp>
      <p:sp>
        <p:nvSpPr>
          <p:cNvPr id="16" name="Text 12"/>
          <p:cNvSpPr/>
          <p:nvPr/>
        </p:nvSpPr>
        <p:spPr>
          <a:xfrm>
            <a:off x="8195667" y="2184400"/>
            <a:ext cx="3022600" cy="254000"/>
          </a:xfrm>
          <a:prstGeom prst="rect">
            <a:avLst/>
          </a:prstGeom>
          <a:noFill/>
        </p:spPr>
        <p:txBody>
          <a:bodyPr wrap="square" lIns="0" tIns="0" rIns="0" bIns="0" rtlCol="0" anchor="ctr"/>
          <a:lstStyle/>
          <a:p>
            <a:pPr marL="0" indent="0" algn="ctr">
              <a:lnSpc>
                <a:spcPct val="120000"/>
              </a:lnSpc>
              <a:buNone/>
            </a:pPr>
            <a:endParaRPr lang="en-US" sz="1600" dirty="0"/>
          </a:p>
        </p:txBody>
      </p:sp>
      <p:sp>
        <p:nvSpPr>
          <p:cNvPr id="17" name="Text 13"/>
          <p:cNvSpPr/>
          <p:nvPr/>
        </p:nvSpPr>
        <p:spPr>
          <a:xfrm>
            <a:off x="8449667" y="2590800"/>
            <a:ext cx="2514600" cy="965200"/>
          </a:xfrm>
          <a:prstGeom prst="rect">
            <a:avLst/>
          </a:prstGeom>
          <a:noFill/>
        </p:spPr>
        <p:txBody>
          <a:bodyPr wrap="square" lIns="0" tIns="0" rIns="0" bIns="0" rtlCol="0" anchor="ctr"/>
          <a:lstStyle/>
          <a:p>
            <a:pPr marL="0" indent="0" algn="l">
              <a:lnSpc>
                <a:spcPct val="120000"/>
              </a:lnSpc>
              <a:spcBef>
                <a:spcPts val="10"/>
              </a:spcBef>
              <a:buSzPct val="100000"/>
              <a:buNone/>
            </a:pPr>
            <a:endParaRPr lang="en-US" sz="1600" dirty="0"/>
          </a:p>
        </p:txBody>
      </p:sp>
      <p:pic>
        <p:nvPicPr>
          <p:cNvPr id="18" name="图片 2" descr="Untitled diagram _ Mermaid Chart-2025-09-30-020644"/>
          <p:cNvPicPr>
            <a:picLocks noChangeAspect="1"/>
          </p:cNvPicPr>
          <p:nvPr/>
        </p:nvPicPr>
        <p:blipFill>
          <a:blip r:embed="rId3"/>
          <a:stretch>
            <a:fillRect/>
          </a:stretch>
        </p:blipFill>
        <p:spPr>
          <a:xfrm rot="16200000">
            <a:off x="4358640" y="-960120"/>
            <a:ext cx="3474720" cy="87782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09-05-12:21:50-d2t6anlnfo2stf9didn0.png"/>
          <p:cNvPicPr>
            <a:picLocks noChangeAspect="1"/>
          </p:cNvPicPr>
          <p:nvPr/>
        </p:nvPicPr>
        <p:blipFill>
          <a:blip r:embed="rId1">
            <a:alphaModFix amt="10000"/>
          </a:blip>
          <a:srcRect l="26" r="26"/>
          <a:stretch>
            <a:fillRect/>
          </a:stretch>
        </p:blipFill>
        <p:spPr>
          <a:xfrm>
            <a:off x="0" y="0"/>
            <a:ext cx="12192000" cy="6858000"/>
          </a:xfrm>
          <a:prstGeom prst="rect">
            <a:avLst/>
          </a:prstGeom>
        </p:spPr>
      </p:pic>
      <p:pic>
        <p:nvPicPr>
          <p:cNvPr id="3" name="Image 1" descr="https://kimi-img.moonshot.cn/pub/slides/slides_tmpl/image/25-09-05-12:21:50-d2t6anlnfo2stf9didng.jpg"/>
          <p:cNvPicPr>
            <a:picLocks noChangeAspect="1"/>
          </p:cNvPicPr>
          <p:nvPr/>
        </p:nvPicPr>
        <p:blipFill>
          <a:blip r:embed="rId2"/>
          <a:stretch>
            <a:fillRect/>
          </a:stretch>
        </p:blipFill>
        <p:spPr>
          <a:xfrm>
            <a:off x="635" y="9525"/>
            <a:ext cx="12273280" cy="6885305"/>
          </a:xfrm>
          <a:prstGeom prst="rect">
            <a:avLst/>
          </a:prstGeom>
        </p:spPr>
      </p:pic>
      <p:sp>
        <p:nvSpPr>
          <p:cNvPr id="4" name="Text 0"/>
          <p:cNvSpPr/>
          <p:nvPr/>
        </p:nvSpPr>
        <p:spPr>
          <a:xfrm>
            <a:off x="254000" y="1524000"/>
            <a:ext cx="5943600" cy="457200"/>
          </a:xfrm>
          <a:prstGeom prst="rect">
            <a:avLst/>
          </a:prstGeom>
          <a:noFill/>
        </p:spPr>
        <p:txBody>
          <a:bodyPr wrap="square" lIns="0" tIns="0" rIns="0" bIns="0" rtlCol="0" anchor="ctr"/>
          <a:lstStyle/>
          <a:p>
            <a:pPr marL="0" indent="0">
              <a:lnSpc>
                <a:spcPct val="100000"/>
              </a:lnSpc>
              <a:buNone/>
            </a:pPr>
            <a:r>
              <a:rPr lang="zh-CN" altLang="en-US" sz="4000" dirty="0">
                <a:solidFill>
                  <a:srgbClr val="FF0000"/>
                </a:solidFill>
              </a:rPr>
              <a:t>主要研究内容</a:t>
            </a:r>
            <a:endParaRPr lang="zh-CN" altLang="en-US" sz="4000" dirty="0">
              <a:solidFill>
                <a:srgbClr val="FF0000"/>
              </a:solidFill>
            </a:endParaRPr>
          </a:p>
        </p:txBody>
      </p:sp>
      <p:sp>
        <p:nvSpPr>
          <p:cNvPr id="5" name="Text 1"/>
          <p:cNvSpPr/>
          <p:nvPr/>
        </p:nvSpPr>
        <p:spPr>
          <a:xfrm>
            <a:off x="254000" y="2184400"/>
            <a:ext cx="5435600" cy="609600"/>
          </a:xfrm>
          <a:prstGeom prst="rect">
            <a:avLst/>
          </a:prstGeom>
          <a:noFill/>
        </p:spPr>
        <p:txBody>
          <a:bodyPr wrap="square" lIns="0" tIns="0" rIns="0" bIns="0" rtlCol="0" anchor="ctr"/>
          <a:lstStyle/>
          <a:p>
            <a:pPr marL="0" indent="0">
              <a:lnSpc>
                <a:spcPct val="130000"/>
              </a:lnSpc>
              <a:buNone/>
            </a:pPr>
            <a:r>
              <a:rPr lang="zh-CN" altLang="en-US" sz="1600" dirty="0"/>
              <a:t>本网站采用前后端分离的现代化架构模式，其核心思想是将前端用户界面与后端数据服务解耦，两者通过标准的</a:t>
            </a:r>
            <a:r>
              <a:rPr lang="en-US" altLang="zh-CN" sz="1600" dirty="0"/>
              <a:t>API</a:t>
            </a:r>
            <a:r>
              <a:rPr lang="zh-CN" altLang="en-US" sz="1600" dirty="0"/>
              <a:t>接口进行通信。这种架构有利于并行开发、独立部署和后期维护。</a:t>
            </a:r>
            <a:endParaRPr lang="zh-CN" altLang="en-US" sz="1600" dirty="0"/>
          </a:p>
        </p:txBody>
      </p:sp>
      <p:sp>
        <p:nvSpPr>
          <p:cNvPr id="6" name="Shape 2"/>
          <p:cNvSpPr/>
          <p:nvPr/>
        </p:nvSpPr>
        <p:spPr>
          <a:xfrm>
            <a:off x="254000" y="3098800"/>
            <a:ext cx="406400" cy="406400"/>
          </a:xfrm>
          <a:custGeom>
            <a:avLst/>
            <a:gdLst/>
            <a:ahLst/>
            <a:cxnLst/>
            <a:rect l="l" t="t" r="r" b="b"/>
            <a:pathLst>
              <a:path w="406400" h="406400">
                <a:moveTo>
                  <a:pt x="203200" y="0"/>
                </a:moveTo>
                <a:lnTo>
                  <a:pt x="203200" y="0"/>
                </a:lnTo>
                <a:cubicBezTo>
                  <a:pt x="315349" y="0"/>
                  <a:pt x="406400" y="91051"/>
                  <a:pt x="406400" y="203200"/>
                </a:cubicBezTo>
                <a:lnTo>
                  <a:pt x="406400" y="203200"/>
                </a:lnTo>
                <a:cubicBezTo>
                  <a:pt x="406400" y="315349"/>
                  <a:pt x="315349" y="406400"/>
                  <a:pt x="203200" y="406400"/>
                </a:cubicBezTo>
                <a:lnTo>
                  <a:pt x="203200" y="406400"/>
                </a:lnTo>
                <a:cubicBezTo>
                  <a:pt x="91051" y="406400"/>
                  <a:pt x="0" y="315349"/>
                  <a:pt x="0" y="203200"/>
                </a:cubicBezTo>
                <a:lnTo>
                  <a:pt x="0" y="203200"/>
                </a:lnTo>
                <a:cubicBezTo>
                  <a:pt x="0" y="91051"/>
                  <a:pt x="91051" y="0"/>
                  <a:pt x="203200" y="0"/>
                </a:cubicBezTo>
                <a:close/>
              </a:path>
            </a:pathLst>
          </a:custGeom>
          <a:solidFill>
            <a:srgbClr val="8EB8F8"/>
          </a:solidFill>
        </p:spPr>
      </p:sp>
      <p:sp>
        <p:nvSpPr>
          <p:cNvPr id="7" name="Shape 3"/>
          <p:cNvSpPr/>
          <p:nvPr/>
        </p:nvSpPr>
        <p:spPr>
          <a:xfrm>
            <a:off x="355600" y="3200400"/>
            <a:ext cx="203200" cy="203200"/>
          </a:xfrm>
          <a:custGeom>
            <a:avLst/>
            <a:gdLst/>
            <a:ahLst/>
            <a:cxnLst/>
            <a:rect l="l" t="t" r="r" b="b"/>
            <a:pathLst>
              <a:path w="203200" h="203200">
                <a:moveTo>
                  <a:pt x="89019" y="-992"/>
                </a:moveTo>
                <a:cubicBezTo>
                  <a:pt x="96877" y="-5517"/>
                  <a:pt x="106561" y="-5517"/>
                  <a:pt x="114419" y="-992"/>
                </a:cubicBezTo>
                <a:lnTo>
                  <a:pt x="184229" y="39291"/>
                </a:lnTo>
                <a:cubicBezTo>
                  <a:pt x="192088" y="43815"/>
                  <a:pt x="196929" y="52229"/>
                  <a:pt x="196929" y="61278"/>
                </a:cubicBezTo>
                <a:lnTo>
                  <a:pt x="196929" y="141843"/>
                </a:lnTo>
                <a:cubicBezTo>
                  <a:pt x="196929" y="150932"/>
                  <a:pt x="192088" y="159306"/>
                  <a:pt x="184229" y="163830"/>
                </a:cubicBezTo>
                <a:lnTo>
                  <a:pt x="114419" y="204192"/>
                </a:lnTo>
                <a:cubicBezTo>
                  <a:pt x="106561" y="208717"/>
                  <a:pt x="96877" y="208717"/>
                  <a:pt x="89019" y="204192"/>
                </a:cubicBezTo>
                <a:lnTo>
                  <a:pt x="19248" y="163909"/>
                </a:lnTo>
                <a:cubicBezTo>
                  <a:pt x="11390" y="159385"/>
                  <a:pt x="6548" y="150971"/>
                  <a:pt x="6548" y="141923"/>
                </a:cubicBezTo>
                <a:lnTo>
                  <a:pt x="6548" y="61357"/>
                </a:lnTo>
                <a:cubicBezTo>
                  <a:pt x="6548" y="52268"/>
                  <a:pt x="11390" y="43894"/>
                  <a:pt x="19248" y="39370"/>
                </a:cubicBezTo>
                <a:lnTo>
                  <a:pt x="89019" y="-992"/>
                </a:lnTo>
                <a:close/>
                <a:moveTo>
                  <a:pt x="171490" y="141883"/>
                </a:moveTo>
                <a:lnTo>
                  <a:pt x="171490" y="75962"/>
                </a:lnTo>
                <a:lnTo>
                  <a:pt x="114419" y="108903"/>
                </a:lnTo>
                <a:lnTo>
                  <a:pt x="114419" y="174823"/>
                </a:lnTo>
                <a:lnTo>
                  <a:pt x="171490" y="141883"/>
                </a:lnTo>
                <a:close/>
              </a:path>
            </a:pathLst>
          </a:custGeom>
          <a:solidFill>
            <a:srgbClr val="FFFFFF"/>
          </a:solidFill>
        </p:spPr>
      </p:sp>
      <p:sp>
        <p:nvSpPr>
          <p:cNvPr id="8" name="Text 4"/>
          <p:cNvSpPr/>
          <p:nvPr/>
        </p:nvSpPr>
        <p:spPr>
          <a:xfrm>
            <a:off x="812800" y="3098800"/>
            <a:ext cx="4876800" cy="609600"/>
          </a:xfrm>
          <a:prstGeom prst="rect">
            <a:avLst/>
          </a:prstGeom>
          <a:noFill/>
        </p:spPr>
        <p:txBody>
          <a:bodyPr wrap="square" lIns="0" tIns="0" rIns="0" bIns="0" rtlCol="0" anchor="ctr"/>
          <a:lstStyle/>
          <a:p>
            <a:pPr marL="0" indent="0">
              <a:lnSpc>
                <a:spcPct val="130000"/>
              </a:lnSpc>
              <a:buNone/>
            </a:pPr>
            <a:r>
              <a:rPr lang="en-US" altLang="zh-CN" sz="1600" dirty="0"/>
              <a:t>1.</a:t>
            </a:r>
            <a:r>
              <a:rPr lang="zh-CN" altLang="en-US" sz="1600" dirty="0"/>
              <a:t>前端系统设计与实现：</a:t>
            </a:r>
            <a:endParaRPr lang="zh-CN" altLang="en-US" sz="1600" dirty="0"/>
          </a:p>
        </p:txBody>
      </p:sp>
      <p:sp>
        <p:nvSpPr>
          <p:cNvPr id="9" name="Shape 5"/>
          <p:cNvSpPr/>
          <p:nvPr/>
        </p:nvSpPr>
        <p:spPr>
          <a:xfrm>
            <a:off x="254000" y="3911600"/>
            <a:ext cx="406400" cy="406400"/>
          </a:xfrm>
          <a:custGeom>
            <a:avLst/>
            <a:gdLst/>
            <a:ahLst/>
            <a:cxnLst/>
            <a:rect l="l" t="t" r="r" b="b"/>
            <a:pathLst>
              <a:path w="406400" h="406400">
                <a:moveTo>
                  <a:pt x="203200" y="0"/>
                </a:moveTo>
                <a:lnTo>
                  <a:pt x="203200" y="0"/>
                </a:lnTo>
                <a:cubicBezTo>
                  <a:pt x="315349" y="0"/>
                  <a:pt x="406400" y="91051"/>
                  <a:pt x="406400" y="203200"/>
                </a:cubicBezTo>
                <a:lnTo>
                  <a:pt x="406400" y="203200"/>
                </a:lnTo>
                <a:cubicBezTo>
                  <a:pt x="406400" y="315349"/>
                  <a:pt x="315349" y="406400"/>
                  <a:pt x="203200" y="406400"/>
                </a:cubicBezTo>
                <a:lnTo>
                  <a:pt x="203200" y="406400"/>
                </a:lnTo>
                <a:cubicBezTo>
                  <a:pt x="91051" y="406400"/>
                  <a:pt x="0" y="315349"/>
                  <a:pt x="0" y="203200"/>
                </a:cubicBezTo>
                <a:lnTo>
                  <a:pt x="0" y="203200"/>
                </a:lnTo>
                <a:cubicBezTo>
                  <a:pt x="0" y="91051"/>
                  <a:pt x="91051" y="0"/>
                  <a:pt x="203200" y="0"/>
                </a:cubicBezTo>
                <a:close/>
              </a:path>
            </a:pathLst>
          </a:custGeom>
          <a:solidFill>
            <a:srgbClr val="8EB8F8"/>
          </a:solidFill>
        </p:spPr>
      </p:sp>
      <p:sp>
        <p:nvSpPr>
          <p:cNvPr id="10" name="Shape 6"/>
          <p:cNvSpPr/>
          <p:nvPr/>
        </p:nvSpPr>
        <p:spPr>
          <a:xfrm>
            <a:off x="330200" y="4013200"/>
            <a:ext cx="254000" cy="203200"/>
          </a:xfrm>
          <a:custGeom>
            <a:avLst/>
            <a:gdLst/>
            <a:ahLst/>
            <a:cxnLst/>
            <a:rect l="l" t="t" r="r" b="b"/>
            <a:pathLst>
              <a:path w="254000" h="203200">
                <a:moveTo>
                  <a:pt x="127000" y="6350"/>
                </a:moveTo>
                <a:cubicBezTo>
                  <a:pt x="149780" y="6350"/>
                  <a:pt x="168275" y="24845"/>
                  <a:pt x="168275" y="47625"/>
                </a:cubicBezTo>
                <a:cubicBezTo>
                  <a:pt x="168275" y="70405"/>
                  <a:pt x="149780" y="88900"/>
                  <a:pt x="127000" y="88900"/>
                </a:cubicBezTo>
                <a:cubicBezTo>
                  <a:pt x="104220" y="88900"/>
                  <a:pt x="85725" y="70405"/>
                  <a:pt x="85725" y="47625"/>
                </a:cubicBezTo>
                <a:cubicBezTo>
                  <a:pt x="85725" y="24845"/>
                  <a:pt x="104220" y="6350"/>
                  <a:pt x="127000" y="6350"/>
                </a:cubicBezTo>
                <a:close/>
                <a:moveTo>
                  <a:pt x="38100" y="34925"/>
                </a:moveTo>
                <a:cubicBezTo>
                  <a:pt x="53871" y="34925"/>
                  <a:pt x="66675" y="47729"/>
                  <a:pt x="66675" y="63500"/>
                </a:cubicBezTo>
                <a:cubicBezTo>
                  <a:pt x="66675" y="79271"/>
                  <a:pt x="53871" y="92075"/>
                  <a:pt x="38100" y="92075"/>
                </a:cubicBezTo>
                <a:cubicBezTo>
                  <a:pt x="22329" y="92075"/>
                  <a:pt x="9525" y="79271"/>
                  <a:pt x="9525" y="63500"/>
                </a:cubicBezTo>
                <a:cubicBezTo>
                  <a:pt x="9525" y="47729"/>
                  <a:pt x="22329" y="34925"/>
                  <a:pt x="38100" y="34925"/>
                </a:cubicBezTo>
                <a:close/>
                <a:moveTo>
                  <a:pt x="0" y="165100"/>
                </a:moveTo>
                <a:cubicBezTo>
                  <a:pt x="0" y="137041"/>
                  <a:pt x="22741" y="114300"/>
                  <a:pt x="50800" y="114300"/>
                </a:cubicBezTo>
                <a:cubicBezTo>
                  <a:pt x="55880" y="114300"/>
                  <a:pt x="60801" y="115054"/>
                  <a:pt x="65445" y="116443"/>
                </a:cubicBezTo>
                <a:cubicBezTo>
                  <a:pt x="52388" y="131048"/>
                  <a:pt x="44450" y="150336"/>
                  <a:pt x="44450" y="171450"/>
                </a:cubicBezTo>
                <a:lnTo>
                  <a:pt x="44450" y="177800"/>
                </a:lnTo>
                <a:cubicBezTo>
                  <a:pt x="44450" y="182324"/>
                  <a:pt x="45403" y="186611"/>
                  <a:pt x="47109" y="190500"/>
                </a:cubicBezTo>
                <a:lnTo>
                  <a:pt x="12700" y="190500"/>
                </a:lnTo>
                <a:cubicBezTo>
                  <a:pt x="5675" y="190500"/>
                  <a:pt x="0" y="184825"/>
                  <a:pt x="0" y="177800"/>
                </a:cubicBezTo>
                <a:lnTo>
                  <a:pt x="0" y="165100"/>
                </a:lnTo>
                <a:close/>
                <a:moveTo>
                  <a:pt x="206891" y="190500"/>
                </a:moveTo>
                <a:cubicBezTo>
                  <a:pt x="208597" y="186611"/>
                  <a:pt x="209550" y="182324"/>
                  <a:pt x="209550" y="177800"/>
                </a:cubicBezTo>
                <a:lnTo>
                  <a:pt x="209550" y="171450"/>
                </a:lnTo>
                <a:cubicBezTo>
                  <a:pt x="209550" y="150336"/>
                  <a:pt x="201613" y="131048"/>
                  <a:pt x="188555" y="116443"/>
                </a:cubicBezTo>
                <a:cubicBezTo>
                  <a:pt x="193199" y="115054"/>
                  <a:pt x="198120" y="114300"/>
                  <a:pt x="203200" y="114300"/>
                </a:cubicBezTo>
                <a:cubicBezTo>
                  <a:pt x="231259" y="114300"/>
                  <a:pt x="254000" y="137041"/>
                  <a:pt x="254000" y="165100"/>
                </a:cubicBezTo>
                <a:lnTo>
                  <a:pt x="254000" y="177800"/>
                </a:lnTo>
                <a:cubicBezTo>
                  <a:pt x="254000" y="184825"/>
                  <a:pt x="248325" y="190500"/>
                  <a:pt x="241300" y="190500"/>
                </a:cubicBezTo>
                <a:lnTo>
                  <a:pt x="206891" y="190500"/>
                </a:lnTo>
                <a:close/>
                <a:moveTo>
                  <a:pt x="187325" y="63500"/>
                </a:moveTo>
                <a:cubicBezTo>
                  <a:pt x="187325" y="47729"/>
                  <a:pt x="200129" y="34925"/>
                  <a:pt x="215900" y="34925"/>
                </a:cubicBezTo>
                <a:cubicBezTo>
                  <a:pt x="231671" y="34925"/>
                  <a:pt x="244475" y="47729"/>
                  <a:pt x="244475" y="63500"/>
                </a:cubicBezTo>
                <a:cubicBezTo>
                  <a:pt x="244475" y="79271"/>
                  <a:pt x="231671" y="92075"/>
                  <a:pt x="215900" y="92075"/>
                </a:cubicBezTo>
                <a:cubicBezTo>
                  <a:pt x="200129" y="92075"/>
                  <a:pt x="187325" y="79271"/>
                  <a:pt x="187325" y="63500"/>
                </a:cubicBezTo>
                <a:close/>
                <a:moveTo>
                  <a:pt x="63500" y="171450"/>
                </a:moveTo>
                <a:cubicBezTo>
                  <a:pt x="63500" y="136366"/>
                  <a:pt x="91916" y="107950"/>
                  <a:pt x="127000" y="107950"/>
                </a:cubicBezTo>
                <a:cubicBezTo>
                  <a:pt x="162084" y="107950"/>
                  <a:pt x="190500" y="136366"/>
                  <a:pt x="190500" y="171450"/>
                </a:cubicBezTo>
                <a:lnTo>
                  <a:pt x="190500" y="177800"/>
                </a:lnTo>
                <a:cubicBezTo>
                  <a:pt x="190500" y="184825"/>
                  <a:pt x="184825" y="190500"/>
                  <a:pt x="177800" y="190500"/>
                </a:cubicBezTo>
                <a:lnTo>
                  <a:pt x="76200" y="190500"/>
                </a:lnTo>
                <a:cubicBezTo>
                  <a:pt x="69175" y="190500"/>
                  <a:pt x="63500" y="184825"/>
                  <a:pt x="63500" y="177800"/>
                </a:cubicBezTo>
                <a:lnTo>
                  <a:pt x="63500" y="171450"/>
                </a:lnTo>
                <a:close/>
              </a:path>
            </a:pathLst>
          </a:custGeom>
          <a:solidFill>
            <a:srgbClr val="FFFFFF"/>
          </a:solidFill>
        </p:spPr>
      </p:sp>
      <p:sp>
        <p:nvSpPr>
          <p:cNvPr id="11" name="Text 7"/>
          <p:cNvSpPr/>
          <p:nvPr/>
        </p:nvSpPr>
        <p:spPr>
          <a:xfrm>
            <a:off x="812800" y="3911600"/>
            <a:ext cx="4876800" cy="609600"/>
          </a:xfrm>
          <a:prstGeom prst="rect">
            <a:avLst/>
          </a:prstGeom>
          <a:noFill/>
        </p:spPr>
        <p:txBody>
          <a:bodyPr wrap="square" lIns="0" tIns="0" rIns="0" bIns="0" rtlCol="0" anchor="ctr"/>
          <a:lstStyle/>
          <a:p>
            <a:pPr marL="0" indent="0">
              <a:lnSpc>
                <a:spcPct val="130000"/>
              </a:lnSpc>
              <a:buNone/>
            </a:pPr>
            <a:r>
              <a:rPr lang="en-US" altLang="zh-CN" sz="1600" dirty="0"/>
              <a:t>2.</a:t>
            </a:r>
            <a:r>
              <a:rPr lang="zh-CN" altLang="en-US" sz="1600" dirty="0"/>
              <a:t>后端系统设计与实现：</a:t>
            </a:r>
            <a:endParaRPr lang="zh-CN" altLang="en-US" sz="1600" dirty="0"/>
          </a:p>
        </p:txBody>
      </p:sp>
      <p:sp>
        <p:nvSpPr>
          <p:cNvPr id="12" name="Shape 8"/>
          <p:cNvSpPr/>
          <p:nvPr/>
        </p:nvSpPr>
        <p:spPr>
          <a:xfrm>
            <a:off x="254000" y="4724400"/>
            <a:ext cx="406400" cy="406400"/>
          </a:xfrm>
          <a:custGeom>
            <a:avLst/>
            <a:gdLst/>
            <a:ahLst/>
            <a:cxnLst/>
            <a:rect l="l" t="t" r="r" b="b"/>
            <a:pathLst>
              <a:path w="406400" h="406400">
                <a:moveTo>
                  <a:pt x="203200" y="0"/>
                </a:moveTo>
                <a:lnTo>
                  <a:pt x="203200" y="0"/>
                </a:lnTo>
                <a:cubicBezTo>
                  <a:pt x="315349" y="0"/>
                  <a:pt x="406400" y="91051"/>
                  <a:pt x="406400" y="203200"/>
                </a:cubicBezTo>
                <a:lnTo>
                  <a:pt x="406400" y="203200"/>
                </a:lnTo>
                <a:cubicBezTo>
                  <a:pt x="406400" y="315349"/>
                  <a:pt x="315349" y="406400"/>
                  <a:pt x="203200" y="406400"/>
                </a:cubicBezTo>
                <a:lnTo>
                  <a:pt x="203200" y="406400"/>
                </a:lnTo>
                <a:cubicBezTo>
                  <a:pt x="91051" y="406400"/>
                  <a:pt x="0" y="315349"/>
                  <a:pt x="0" y="203200"/>
                </a:cubicBezTo>
                <a:lnTo>
                  <a:pt x="0" y="203200"/>
                </a:lnTo>
                <a:cubicBezTo>
                  <a:pt x="0" y="91051"/>
                  <a:pt x="91051" y="0"/>
                  <a:pt x="203200" y="0"/>
                </a:cubicBezTo>
                <a:close/>
              </a:path>
            </a:pathLst>
          </a:custGeom>
          <a:solidFill>
            <a:srgbClr val="8EB8F8"/>
          </a:solidFill>
        </p:spPr>
      </p:sp>
      <p:sp>
        <p:nvSpPr>
          <p:cNvPr id="13" name="Shape 9"/>
          <p:cNvSpPr/>
          <p:nvPr/>
        </p:nvSpPr>
        <p:spPr>
          <a:xfrm>
            <a:off x="381000" y="4826000"/>
            <a:ext cx="152400" cy="203200"/>
          </a:xfrm>
          <a:custGeom>
            <a:avLst/>
            <a:gdLst/>
            <a:ahLst/>
            <a:cxnLst/>
            <a:rect l="l" t="t" r="r" b="b"/>
            <a:pathLst>
              <a:path w="152400" h="203200">
                <a:moveTo>
                  <a:pt x="116245" y="152400"/>
                </a:moveTo>
                <a:cubicBezTo>
                  <a:pt x="119142" y="143550"/>
                  <a:pt x="124936" y="135533"/>
                  <a:pt x="131485" y="128627"/>
                </a:cubicBezTo>
                <a:cubicBezTo>
                  <a:pt x="144462" y="114975"/>
                  <a:pt x="152400" y="96520"/>
                  <a:pt x="152400" y="76200"/>
                </a:cubicBezTo>
                <a:cubicBezTo>
                  <a:pt x="152400" y="34131"/>
                  <a:pt x="118269" y="0"/>
                  <a:pt x="76200" y="0"/>
                </a:cubicBezTo>
                <a:cubicBezTo>
                  <a:pt x="34131" y="0"/>
                  <a:pt x="0" y="34131"/>
                  <a:pt x="0" y="76200"/>
                </a:cubicBezTo>
                <a:cubicBezTo>
                  <a:pt x="0" y="96520"/>
                  <a:pt x="7938" y="114975"/>
                  <a:pt x="20915" y="128627"/>
                </a:cubicBezTo>
                <a:cubicBezTo>
                  <a:pt x="27464" y="135533"/>
                  <a:pt x="33298" y="143550"/>
                  <a:pt x="36155" y="152400"/>
                </a:cubicBezTo>
                <a:lnTo>
                  <a:pt x="116205" y="152400"/>
                </a:lnTo>
                <a:close/>
                <a:moveTo>
                  <a:pt x="114300" y="171450"/>
                </a:moveTo>
                <a:lnTo>
                  <a:pt x="38100" y="171450"/>
                </a:lnTo>
                <a:lnTo>
                  <a:pt x="38100" y="177800"/>
                </a:lnTo>
                <a:cubicBezTo>
                  <a:pt x="38100" y="195342"/>
                  <a:pt x="52308" y="209550"/>
                  <a:pt x="69850" y="209550"/>
                </a:cubicBezTo>
                <a:lnTo>
                  <a:pt x="82550" y="209550"/>
                </a:lnTo>
                <a:cubicBezTo>
                  <a:pt x="100092" y="209550"/>
                  <a:pt x="114300" y="195342"/>
                  <a:pt x="114300" y="177800"/>
                </a:cubicBezTo>
                <a:lnTo>
                  <a:pt x="114300" y="171450"/>
                </a:lnTo>
                <a:close/>
                <a:moveTo>
                  <a:pt x="73025" y="44450"/>
                </a:moveTo>
                <a:cubicBezTo>
                  <a:pt x="57229" y="44450"/>
                  <a:pt x="44450" y="57229"/>
                  <a:pt x="44450" y="73025"/>
                </a:cubicBezTo>
                <a:cubicBezTo>
                  <a:pt x="44450" y="78303"/>
                  <a:pt x="40203" y="82550"/>
                  <a:pt x="34925" y="82550"/>
                </a:cubicBezTo>
                <a:cubicBezTo>
                  <a:pt x="29647" y="82550"/>
                  <a:pt x="25400" y="78303"/>
                  <a:pt x="25400" y="73025"/>
                </a:cubicBezTo>
                <a:cubicBezTo>
                  <a:pt x="25400" y="46712"/>
                  <a:pt x="46712" y="25400"/>
                  <a:pt x="73025" y="25400"/>
                </a:cubicBezTo>
                <a:cubicBezTo>
                  <a:pt x="78303" y="25400"/>
                  <a:pt x="82550" y="29647"/>
                  <a:pt x="82550" y="34925"/>
                </a:cubicBezTo>
                <a:cubicBezTo>
                  <a:pt x="82550" y="40203"/>
                  <a:pt x="78303" y="44450"/>
                  <a:pt x="73025" y="44450"/>
                </a:cubicBezTo>
                <a:close/>
              </a:path>
            </a:pathLst>
          </a:custGeom>
          <a:solidFill>
            <a:srgbClr val="FFFFFF"/>
          </a:solidFill>
        </p:spPr>
      </p:sp>
      <p:sp>
        <p:nvSpPr>
          <p:cNvPr id="14" name="Text 10"/>
          <p:cNvSpPr/>
          <p:nvPr/>
        </p:nvSpPr>
        <p:spPr>
          <a:xfrm>
            <a:off x="812800" y="4724400"/>
            <a:ext cx="4876800" cy="609600"/>
          </a:xfrm>
          <a:prstGeom prst="rect">
            <a:avLst/>
          </a:prstGeom>
          <a:noFill/>
        </p:spPr>
        <p:txBody>
          <a:bodyPr wrap="square" lIns="0" tIns="0" rIns="0" bIns="0" rtlCol="0" anchor="ctr"/>
          <a:lstStyle/>
          <a:p>
            <a:pPr marL="0" indent="0">
              <a:lnSpc>
                <a:spcPct val="130000"/>
              </a:lnSpc>
              <a:buNone/>
            </a:pPr>
            <a:r>
              <a:rPr lang="en-US" altLang="zh-CN" sz="1600" dirty="0"/>
              <a:t>3.</a:t>
            </a:r>
            <a:r>
              <a:rPr lang="zh-CN" altLang="en-US" sz="1600" dirty="0"/>
              <a:t>数据库设计：</a:t>
            </a:r>
            <a:endParaRPr lang="zh-CN" altLang="en-US" sz="1600" dirty="0"/>
          </a:p>
        </p:txBody>
      </p:sp>
      <p:pic>
        <p:nvPicPr>
          <p:cNvPr id="16" name="图片 15"/>
          <p:cNvPicPr>
            <a:picLocks noChangeAspect="1"/>
          </p:cNvPicPr>
          <p:nvPr/>
        </p:nvPicPr>
        <p:blipFill>
          <a:blip r:embed="rId3"/>
          <a:stretch>
            <a:fillRect/>
          </a:stretch>
        </p:blipFill>
        <p:spPr>
          <a:xfrm>
            <a:off x="5918200" y="1847850"/>
            <a:ext cx="5864225" cy="31623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05-12:21:50-d2t6anlnfo2stf9didn0.png"/>
          <p:cNvPicPr>
            <a:picLocks noChangeAspect="1"/>
          </p:cNvPicPr>
          <p:nvPr/>
        </p:nvPicPr>
        <p:blipFill>
          <a:blip r:embed="rId1">
            <a:alphaModFix amt="10000"/>
          </a:blip>
          <a:srcRect l="26" r="26"/>
          <a:stretch>
            <a:fillRect/>
          </a:stretch>
        </p:blipFill>
        <p:spPr>
          <a:xfrm>
            <a:off x="0" y="0"/>
            <a:ext cx="12192000" cy="6858000"/>
          </a:xfrm>
          <a:prstGeom prst="rect">
            <a:avLst/>
          </a:prstGeom>
        </p:spPr>
      </p:pic>
      <p:pic>
        <p:nvPicPr>
          <p:cNvPr id="3" name="Image 1" descr="https://kimi-img.moonshot.cn/pub/slides/slides_tmpl/image/25-09-05-12:21:53-d2t6aodnfo2stf9didqg.jpg"/>
          <p:cNvPicPr>
            <a:picLocks noChangeAspect="1"/>
          </p:cNvPicPr>
          <p:nvPr/>
        </p:nvPicPr>
        <p:blipFill>
          <a:blip r:embed="rId2"/>
          <a:srcRect t="3" b="3"/>
          <a:stretch>
            <a:fillRect/>
          </a:stretch>
        </p:blipFill>
        <p:spPr>
          <a:xfrm>
            <a:off x="0" y="0"/>
            <a:ext cx="12214225" cy="6953885"/>
          </a:xfrm>
          <a:prstGeom prst="rect">
            <a:avLst/>
          </a:prstGeom>
        </p:spPr>
      </p:pic>
      <p:sp>
        <p:nvSpPr>
          <p:cNvPr id="4" name="Text 0"/>
          <p:cNvSpPr/>
          <p:nvPr/>
        </p:nvSpPr>
        <p:spPr>
          <a:xfrm>
            <a:off x="649605" y="1609090"/>
            <a:ext cx="6096000" cy="1322070"/>
          </a:xfrm>
          <a:prstGeom prst="rect">
            <a:avLst/>
          </a:prstGeom>
          <a:noFill/>
        </p:spPr>
        <p:txBody>
          <a:bodyPr wrap="square" lIns="91440" tIns="45720" rIns="91440" bIns="45720" rtlCol="0" anchor="t">
            <a:spAutoFit/>
          </a:bodyPr>
          <a:lstStyle/>
          <a:p>
            <a:pPr marL="0" indent="0" algn="l">
              <a:lnSpc>
                <a:spcPct val="100000"/>
              </a:lnSpc>
              <a:buNone/>
            </a:pPr>
            <a:r>
              <a:rPr lang="en-US" sz="8000" b="1" dirty="0">
                <a:solidFill>
                  <a:srgbClr val="000000"/>
                </a:solidFill>
                <a:latin typeface="MiSans" pitchFamily="34" charset="-122"/>
                <a:ea typeface="MiSans" pitchFamily="34" charset="-122"/>
                <a:cs typeface="MiSans" pitchFamily="34" charset="-120"/>
              </a:rPr>
              <a:t>03</a:t>
            </a:r>
            <a:endParaRPr lang="en-US" sz="1600" dirty="0"/>
          </a:p>
        </p:txBody>
      </p:sp>
      <p:sp>
        <p:nvSpPr>
          <p:cNvPr id="5" name="Text 1"/>
          <p:cNvSpPr/>
          <p:nvPr/>
        </p:nvSpPr>
        <p:spPr>
          <a:xfrm>
            <a:off x="649605" y="2985135"/>
            <a:ext cx="5382895" cy="829945"/>
          </a:xfrm>
          <a:prstGeom prst="rect">
            <a:avLst/>
          </a:prstGeom>
          <a:noFill/>
        </p:spPr>
        <p:txBody>
          <a:bodyPr wrap="square" lIns="91440" tIns="45720" rIns="91440" bIns="45720" rtlCol="0" anchor="t">
            <a:spAutoFit/>
          </a:bodyPr>
          <a:lstStyle/>
          <a:p>
            <a:pPr marL="0" indent="0" algn="l">
              <a:lnSpc>
                <a:spcPct val="100000"/>
              </a:lnSpc>
              <a:buNone/>
            </a:pPr>
            <a:r>
              <a:rPr lang="zh-CN" altLang="en-US" sz="4800" dirty="0"/>
              <a:t>技术路线：</a:t>
            </a:r>
            <a:endParaRPr lang="zh-CN" altLang="en-US" sz="4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09-05-12:21:50-d2t6anlnfo2stf9didn0.png"/>
          <p:cNvPicPr>
            <a:picLocks noChangeAspect="1"/>
          </p:cNvPicPr>
          <p:nvPr/>
        </p:nvPicPr>
        <p:blipFill>
          <a:blip r:embed="rId1">
            <a:alphaModFix amt="10000"/>
          </a:blip>
          <a:srcRect l="26" r="26"/>
          <a:stretch>
            <a:fillRect/>
          </a:stretch>
        </p:blipFill>
        <p:spPr>
          <a:xfrm>
            <a:off x="0" y="0"/>
            <a:ext cx="12192000" cy="6858000"/>
          </a:xfrm>
          <a:prstGeom prst="rect">
            <a:avLst/>
          </a:prstGeom>
        </p:spPr>
      </p:pic>
      <p:pic>
        <p:nvPicPr>
          <p:cNvPr id="3" name="Image 1" descr="https://kimi-img.moonshot.cn/pub/slides/slides_tmpl/image/25-09-05-12:21:50-d2t6anlnfo2stf9didng.jpg"/>
          <p:cNvPicPr>
            <a:picLocks noChangeAspect="1"/>
          </p:cNvPicPr>
          <p:nvPr/>
        </p:nvPicPr>
        <p:blipFill>
          <a:blip r:embed="rId2"/>
          <a:stretch>
            <a:fillRect/>
          </a:stretch>
        </p:blipFill>
        <p:spPr>
          <a:xfrm>
            <a:off x="635" y="9525"/>
            <a:ext cx="12273280" cy="6885305"/>
          </a:xfrm>
          <a:prstGeom prst="rect">
            <a:avLst/>
          </a:prstGeom>
        </p:spPr>
      </p:pic>
      <p:sp>
        <p:nvSpPr>
          <p:cNvPr id="4" name="Text 0"/>
          <p:cNvSpPr/>
          <p:nvPr/>
        </p:nvSpPr>
        <p:spPr>
          <a:xfrm>
            <a:off x="254000" y="1346200"/>
            <a:ext cx="12192000" cy="457200"/>
          </a:xfrm>
          <a:prstGeom prst="rect">
            <a:avLst/>
          </a:prstGeom>
          <a:noFill/>
        </p:spPr>
        <p:txBody>
          <a:bodyPr wrap="square" lIns="0" tIns="0" rIns="0" bIns="0" rtlCol="0" anchor="ctr"/>
          <a:lstStyle/>
          <a:p>
            <a:pPr marL="0" indent="0">
              <a:lnSpc>
                <a:spcPct val="100000"/>
              </a:lnSpc>
              <a:buNone/>
            </a:pPr>
            <a:r>
              <a:rPr lang="en-US" sz="3000" dirty="0">
                <a:solidFill>
                  <a:srgbClr val="8A75F5"/>
                </a:solidFill>
                <a:latin typeface="Noto Sans SC" panose="020B0200000000000000" pitchFamily="34" charset="-122"/>
                <a:ea typeface="Noto Sans SC" panose="020B0200000000000000" pitchFamily="34" charset="-122"/>
                <a:cs typeface="Noto Sans SC" panose="020B0200000000000000" pitchFamily="34" charset="-120"/>
              </a:rPr>
              <a:t>核心目标三层拆解</a:t>
            </a:r>
            <a:endParaRPr lang="en-US" sz="1600" dirty="0"/>
          </a:p>
        </p:txBody>
      </p:sp>
      <p:sp>
        <p:nvSpPr>
          <p:cNvPr id="5" name="Text 1"/>
          <p:cNvSpPr/>
          <p:nvPr/>
        </p:nvSpPr>
        <p:spPr>
          <a:xfrm>
            <a:off x="0" y="1905000"/>
            <a:ext cx="12192000" cy="304800"/>
          </a:xfrm>
          <a:prstGeom prst="rect">
            <a:avLst/>
          </a:prstGeom>
          <a:noFill/>
        </p:spPr>
        <p:txBody>
          <a:bodyPr wrap="square" lIns="0" tIns="0" rIns="0" bIns="0" rtlCol="0" anchor="ctr"/>
          <a:lstStyle/>
          <a:p>
            <a:pPr marL="0" indent="0" algn="ctr">
              <a:lnSpc>
                <a:spcPct val="130000"/>
              </a:lnSpc>
              <a:buNone/>
            </a:pPr>
            <a:r>
              <a:rPr lang="en-US" altLang="en-US" sz="1600" dirty="0"/>
              <a:t>●</a:t>
            </a:r>
            <a:r>
              <a:rPr lang="zh-CN" altLang="en-US" sz="1600" dirty="0"/>
              <a:t>本项目采用前后端分离的开发模式。</a:t>
            </a:r>
            <a:endParaRPr lang="zh-CN" altLang="en-US" sz="1600" dirty="0"/>
          </a:p>
          <a:p>
            <a:pPr marL="0" indent="0" algn="ctr">
              <a:lnSpc>
                <a:spcPct val="130000"/>
              </a:lnSpc>
              <a:buNone/>
            </a:pPr>
            <a:r>
              <a:rPr lang="zh-CN" altLang="en-US" sz="1600" dirty="0"/>
              <a:t>首先进行需求分析和系统设计，包括</a:t>
            </a:r>
            <a:r>
              <a:rPr lang="en-US" altLang="zh-CN" sz="1600" dirty="0"/>
              <a:t>UI/UX</a:t>
            </a:r>
            <a:r>
              <a:rPr lang="zh-CN" altLang="en-US" sz="1600" dirty="0"/>
              <a:t>设计和数据库表结构设计。然后并行开发前端和后端，通过预先定义的</a:t>
            </a:r>
            <a:r>
              <a:rPr lang="en-US" altLang="zh-CN" sz="1600" dirty="0"/>
              <a:t>API</a:t>
            </a:r>
            <a:r>
              <a:rPr lang="zh-CN" altLang="en-US" sz="1600" dirty="0"/>
              <a:t>接口进行联调。最后进行系统测试、部署和维护。</a:t>
            </a:r>
            <a:endParaRPr lang="zh-CN" altLang="en-US" sz="1600" dirty="0"/>
          </a:p>
        </p:txBody>
      </p:sp>
      <p:sp>
        <p:nvSpPr>
          <p:cNvPr id="6" name="Shape 2"/>
          <p:cNvSpPr/>
          <p:nvPr/>
        </p:nvSpPr>
        <p:spPr>
          <a:xfrm>
            <a:off x="1024533" y="3175000"/>
            <a:ext cx="2921000" cy="2336800"/>
          </a:xfrm>
          <a:custGeom>
            <a:avLst/>
            <a:gdLst/>
            <a:ahLst/>
            <a:cxnLst/>
            <a:rect l="l" t="t" r="r" b="b"/>
            <a:pathLst>
              <a:path w="2921000" h="2336800">
                <a:moveTo>
                  <a:pt x="152406" y="0"/>
                </a:moveTo>
                <a:lnTo>
                  <a:pt x="2768594" y="0"/>
                </a:lnTo>
                <a:cubicBezTo>
                  <a:pt x="2852765" y="0"/>
                  <a:pt x="2921000" y="68235"/>
                  <a:pt x="2921000" y="152406"/>
                </a:cubicBezTo>
                <a:lnTo>
                  <a:pt x="2921000" y="2336800"/>
                </a:lnTo>
                <a:lnTo>
                  <a:pt x="0" y="2336800"/>
                </a:lnTo>
                <a:lnTo>
                  <a:pt x="0" y="152406"/>
                </a:lnTo>
                <a:cubicBezTo>
                  <a:pt x="0" y="68291"/>
                  <a:pt x="68291" y="0"/>
                  <a:pt x="152406" y="0"/>
                </a:cubicBezTo>
                <a:close/>
              </a:path>
            </a:pathLst>
          </a:custGeom>
          <a:solidFill>
            <a:srgbClr val="F8A8D8">
              <a:alpha val="20000"/>
            </a:srgbClr>
          </a:solidFill>
        </p:spPr>
      </p:sp>
      <p:sp>
        <p:nvSpPr>
          <p:cNvPr id="7" name="Shape 3"/>
          <p:cNvSpPr/>
          <p:nvPr/>
        </p:nvSpPr>
        <p:spPr>
          <a:xfrm>
            <a:off x="2078633" y="3378200"/>
            <a:ext cx="812800" cy="812800"/>
          </a:xfrm>
          <a:custGeom>
            <a:avLst/>
            <a:gdLst/>
            <a:ahLst/>
            <a:cxnLst/>
            <a:rect l="l" t="t" r="r" b="b"/>
            <a:pathLst>
              <a:path w="812800" h="812800">
                <a:moveTo>
                  <a:pt x="406400" y="0"/>
                </a:moveTo>
                <a:lnTo>
                  <a:pt x="406400" y="0"/>
                </a:lnTo>
                <a:cubicBezTo>
                  <a:pt x="630698" y="0"/>
                  <a:pt x="812800" y="182102"/>
                  <a:pt x="812800" y="406400"/>
                </a:cubicBezTo>
                <a:lnTo>
                  <a:pt x="812800" y="406400"/>
                </a:lnTo>
                <a:cubicBezTo>
                  <a:pt x="812800" y="630698"/>
                  <a:pt x="630698" y="812800"/>
                  <a:pt x="406400" y="812800"/>
                </a:cubicBezTo>
                <a:lnTo>
                  <a:pt x="406400" y="812800"/>
                </a:lnTo>
                <a:cubicBezTo>
                  <a:pt x="182102" y="812800"/>
                  <a:pt x="0" y="630698"/>
                  <a:pt x="0" y="406400"/>
                </a:cubicBezTo>
                <a:lnTo>
                  <a:pt x="0" y="406400"/>
                </a:lnTo>
                <a:cubicBezTo>
                  <a:pt x="0" y="182102"/>
                  <a:pt x="182102" y="0"/>
                  <a:pt x="406400" y="0"/>
                </a:cubicBezTo>
                <a:close/>
              </a:path>
            </a:pathLst>
          </a:custGeom>
          <a:solidFill>
            <a:srgbClr val="F8A8D8"/>
          </a:solidFill>
        </p:spPr>
      </p:sp>
      <p:sp>
        <p:nvSpPr>
          <p:cNvPr id="8" name="Shape 4"/>
          <p:cNvSpPr/>
          <p:nvPr/>
        </p:nvSpPr>
        <p:spPr>
          <a:xfrm>
            <a:off x="2297708" y="3594100"/>
            <a:ext cx="381000" cy="381000"/>
          </a:xfrm>
          <a:custGeom>
            <a:avLst/>
            <a:gdLst/>
            <a:ahLst/>
            <a:cxnLst/>
            <a:rect l="l" t="t" r="r" b="b"/>
            <a:pathLst>
              <a:path w="381000" h="381000">
                <a:moveTo>
                  <a:pt x="381000" y="190500"/>
                </a:moveTo>
                <a:cubicBezTo>
                  <a:pt x="381000" y="191170"/>
                  <a:pt x="381000" y="191839"/>
                  <a:pt x="381000" y="192509"/>
                </a:cubicBezTo>
                <a:cubicBezTo>
                  <a:pt x="380702" y="219670"/>
                  <a:pt x="355997" y="238125"/>
                  <a:pt x="328836" y="238125"/>
                </a:cubicBezTo>
                <a:lnTo>
                  <a:pt x="255984" y="238125"/>
                </a:lnTo>
                <a:cubicBezTo>
                  <a:pt x="236265" y="238125"/>
                  <a:pt x="220266" y="254124"/>
                  <a:pt x="220266" y="273844"/>
                </a:cubicBezTo>
                <a:cubicBezTo>
                  <a:pt x="220266" y="276374"/>
                  <a:pt x="220563" y="278829"/>
                  <a:pt x="221010" y="281211"/>
                </a:cubicBezTo>
                <a:cubicBezTo>
                  <a:pt x="222572" y="288801"/>
                  <a:pt x="225847" y="296094"/>
                  <a:pt x="229046" y="303461"/>
                </a:cubicBezTo>
                <a:cubicBezTo>
                  <a:pt x="233586" y="313730"/>
                  <a:pt x="238051" y="323924"/>
                  <a:pt x="238051" y="334714"/>
                </a:cubicBezTo>
                <a:cubicBezTo>
                  <a:pt x="238051" y="358378"/>
                  <a:pt x="221977" y="379884"/>
                  <a:pt x="198313" y="380851"/>
                </a:cubicBezTo>
                <a:cubicBezTo>
                  <a:pt x="195709" y="380926"/>
                  <a:pt x="193104" y="381000"/>
                  <a:pt x="190426" y="381000"/>
                </a:cubicBezTo>
                <a:cubicBezTo>
                  <a:pt x="85204" y="381000"/>
                  <a:pt x="-74" y="295721"/>
                  <a:pt x="-74" y="190500"/>
                </a:cubicBezTo>
                <a:cubicBezTo>
                  <a:pt x="-74" y="85279"/>
                  <a:pt x="85279" y="0"/>
                  <a:pt x="190500" y="0"/>
                </a:cubicBezTo>
                <a:cubicBezTo>
                  <a:pt x="295721" y="0"/>
                  <a:pt x="381000" y="85279"/>
                  <a:pt x="381000" y="190500"/>
                </a:cubicBezTo>
                <a:close/>
                <a:moveTo>
                  <a:pt x="95250" y="214313"/>
                </a:moveTo>
                <a:cubicBezTo>
                  <a:pt x="95250" y="201170"/>
                  <a:pt x="84580" y="190500"/>
                  <a:pt x="71438" y="190500"/>
                </a:cubicBezTo>
                <a:cubicBezTo>
                  <a:pt x="58295" y="190500"/>
                  <a:pt x="47625" y="201170"/>
                  <a:pt x="47625" y="214313"/>
                </a:cubicBezTo>
                <a:cubicBezTo>
                  <a:pt x="47625" y="227455"/>
                  <a:pt x="58295" y="238125"/>
                  <a:pt x="71438" y="238125"/>
                </a:cubicBezTo>
                <a:cubicBezTo>
                  <a:pt x="84580" y="238125"/>
                  <a:pt x="95250" y="227455"/>
                  <a:pt x="95250" y="214313"/>
                </a:cubicBezTo>
                <a:close/>
                <a:moveTo>
                  <a:pt x="95250" y="142875"/>
                </a:moveTo>
                <a:cubicBezTo>
                  <a:pt x="108392" y="142875"/>
                  <a:pt x="119063" y="132205"/>
                  <a:pt x="119063" y="119063"/>
                </a:cubicBezTo>
                <a:cubicBezTo>
                  <a:pt x="119063" y="105920"/>
                  <a:pt x="108392" y="95250"/>
                  <a:pt x="95250" y="95250"/>
                </a:cubicBezTo>
                <a:cubicBezTo>
                  <a:pt x="82108" y="95250"/>
                  <a:pt x="71438" y="105920"/>
                  <a:pt x="71438" y="119063"/>
                </a:cubicBezTo>
                <a:cubicBezTo>
                  <a:pt x="71438" y="132205"/>
                  <a:pt x="82108" y="142875"/>
                  <a:pt x="95250" y="142875"/>
                </a:cubicBezTo>
                <a:close/>
                <a:moveTo>
                  <a:pt x="214313" y="71438"/>
                </a:moveTo>
                <a:cubicBezTo>
                  <a:pt x="214313" y="58295"/>
                  <a:pt x="203642" y="47625"/>
                  <a:pt x="190500" y="47625"/>
                </a:cubicBezTo>
                <a:cubicBezTo>
                  <a:pt x="177358" y="47625"/>
                  <a:pt x="166688" y="58295"/>
                  <a:pt x="166688" y="71438"/>
                </a:cubicBezTo>
                <a:cubicBezTo>
                  <a:pt x="166688" y="84580"/>
                  <a:pt x="177358" y="95250"/>
                  <a:pt x="190500" y="95250"/>
                </a:cubicBezTo>
                <a:cubicBezTo>
                  <a:pt x="203642" y="95250"/>
                  <a:pt x="214313" y="84580"/>
                  <a:pt x="214313" y="71438"/>
                </a:cubicBezTo>
                <a:close/>
                <a:moveTo>
                  <a:pt x="285750" y="142875"/>
                </a:moveTo>
                <a:cubicBezTo>
                  <a:pt x="298892" y="142875"/>
                  <a:pt x="309563" y="132205"/>
                  <a:pt x="309563" y="119063"/>
                </a:cubicBezTo>
                <a:cubicBezTo>
                  <a:pt x="309563" y="105920"/>
                  <a:pt x="298892" y="95250"/>
                  <a:pt x="285750" y="95250"/>
                </a:cubicBezTo>
                <a:cubicBezTo>
                  <a:pt x="272608" y="95250"/>
                  <a:pt x="261938" y="105920"/>
                  <a:pt x="261938" y="119063"/>
                </a:cubicBezTo>
                <a:cubicBezTo>
                  <a:pt x="261938" y="132205"/>
                  <a:pt x="272608" y="142875"/>
                  <a:pt x="285750" y="142875"/>
                </a:cubicBezTo>
                <a:close/>
              </a:path>
            </a:pathLst>
          </a:custGeom>
          <a:solidFill>
            <a:srgbClr val="FFFFFF"/>
          </a:solidFill>
        </p:spPr>
      </p:sp>
      <p:sp>
        <p:nvSpPr>
          <p:cNvPr id="9" name="Text 5"/>
          <p:cNvSpPr/>
          <p:nvPr/>
        </p:nvSpPr>
        <p:spPr>
          <a:xfrm>
            <a:off x="1850033" y="4343400"/>
            <a:ext cx="1270000" cy="355600"/>
          </a:xfrm>
          <a:prstGeom prst="rect">
            <a:avLst/>
          </a:prstGeom>
          <a:noFill/>
        </p:spPr>
        <p:txBody>
          <a:bodyPr wrap="square" lIns="0" tIns="0" rIns="0" bIns="0" rtlCol="0" anchor="ctr"/>
          <a:lstStyle/>
          <a:p>
            <a:pPr marL="0" indent="0" algn="ctr">
              <a:lnSpc>
                <a:spcPct val="120000"/>
              </a:lnSpc>
              <a:buNone/>
            </a:pPr>
            <a:endParaRPr lang="en-US" sz="1600" dirty="0"/>
          </a:p>
        </p:txBody>
      </p:sp>
      <p:sp>
        <p:nvSpPr>
          <p:cNvPr id="10" name="Text 6"/>
          <p:cNvSpPr/>
          <p:nvPr/>
        </p:nvSpPr>
        <p:spPr>
          <a:xfrm>
            <a:off x="1786533" y="4800600"/>
            <a:ext cx="1397000" cy="254000"/>
          </a:xfrm>
          <a:prstGeom prst="rect">
            <a:avLst/>
          </a:prstGeom>
          <a:noFill/>
        </p:spPr>
        <p:txBody>
          <a:bodyPr wrap="square" lIns="0" tIns="0" rIns="0" bIns="0" rtlCol="0" anchor="ctr"/>
          <a:lstStyle/>
          <a:p>
            <a:pPr marL="0" indent="0" algn="ctr">
              <a:lnSpc>
                <a:spcPct val="120000"/>
              </a:lnSpc>
              <a:buNone/>
            </a:pPr>
            <a:r>
              <a:rPr lang="en-US" altLang="en-US" sz="1600" dirty="0"/>
              <a:t>○</a:t>
            </a:r>
            <a:r>
              <a:rPr lang="zh-CN" altLang="en-US" sz="1600" dirty="0"/>
              <a:t>前端技术栈：</a:t>
            </a:r>
            <a:endParaRPr lang="zh-CN" altLang="en-US" sz="1600" dirty="0"/>
          </a:p>
        </p:txBody>
      </p:sp>
      <p:sp>
        <p:nvSpPr>
          <p:cNvPr id="11" name="Text 7"/>
          <p:cNvSpPr/>
          <p:nvPr/>
        </p:nvSpPr>
        <p:spPr>
          <a:xfrm>
            <a:off x="1924248" y="5105400"/>
            <a:ext cx="1117600" cy="203200"/>
          </a:xfrm>
          <a:prstGeom prst="rect">
            <a:avLst/>
          </a:prstGeom>
          <a:noFill/>
        </p:spPr>
        <p:txBody>
          <a:bodyPr wrap="square" lIns="0" tIns="0" rIns="0" bIns="0" rtlCol="0" anchor="ctr"/>
          <a:lstStyle/>
          <a:p>
            <a:pPr marL="0" indent="0" algn="ctr">
              <a:lnSpc>
                <a:spcPct val="110000"/>
              </a:lnSpc>
              <a:buNone/>
            </a:pPr>
            <a:endParaRPr lang="en-US" sz="1600" dirty="0"/>
          </a:p>
        </p:txBody>
      </p:sp>
      <p:sp>
        <p:nvSpPr>
          <p:cNvPr id="12" name="Shape 8"/>
          <p:cNvSpPr/>
          <p:nvPr/>
        </p:nvSpPr>
        <p:spPr>
          <a:xfrm>
            <a:off x="4148733" y="2616200"/>
            <a:ext cx="3898900" cy="2895600"/>
          </a:xfrm>
          <a:custGeom>
            <a:avLst/>
            <a:gdLst/>
            <a:ahLst/>
            <a:cxnLst/>
            <a:rect l="l" t="t" r="r" b="b"/>
            <a:pathLst>
              <a:path w="3898900" h="2895600">
                <a:moveTo>
                  <a:pt x="152395" y="0"/>
                </a:moveTo>
                <a:lnTo>
                  <a:pt x="3746505" y="0"/>
                </a:lnTo>
                <a:cubicBezTo>
                  <a:pt x="3830614" y="0"/>
                  <a:pt x="3898900" y="68286"/>
                  <a:pt x="3898900" y="152395"/>
                </a:cubicBezTo>
                <a:lnTo>
                  <a:pt x="3898900" y="2895600"/>
                </a:lnTo>
                <a:lnTo>
                  <a:pt x="0" y="2895600"/>
                </a:lnTo>
                <a:lnTo>
                  <a:pt x="0" y="152395"/>
                </a:lnTo>
                <a:cubicBezTo>
                  <a:pt x="0" y="68286"/>
                  <a:pt x="68286" y="0"/>
                  <a:pt x="152395" y="0"/>
                </a:cubicBezTo>
                <a:close/>
              </a:path>
            </a:pathLst>
          </a:custGeom>
          <a:solidFill>
            <a:srgbClr val="8A75F5">
              <a:alpha val="20000"/>
            </a:srgbClr>
          </a:solidFill>
          <a:effectLst>
            <a:outerShdw blurRad="190500" dist="127000" dir="5400000" algn="bl" rotWithShape="0">
              <a:srgbClr val="000000">
                <a:alpha val="10196"/>
              </a:srgbClr>
            </a:outerShdw>
          </a:effectLst>
        </p:spPr>
      </p:sp>
      <p:sp>
        <p:nvSpPr>
          <p:cNvPr id="13" name="Shape 9"/>
          <p:cNvSpPr/>
          <p:nvPr/>
        </p:nvSpPr>
        <p:spPr>
          <a:xfrm>
            <a:off x="5588000" y="2921000"/>
            <a:ext cx="1016000" cy="1016000"/>
          </a:xfrm>
          <a:custGeom>
            <a:avLst/>
            <a:gdLst/>
            <a:ahLst/>
            <a:cxnLst/>
            <a:rect l="l" t="t" r="r" b="b"/>
            <a:pathLst>
              <a:path w="1016000" h="1016000">
                <a:moveTo>
                  <a:pt x="508000" y="0"/>
                </a:moveTo>
                <a:lnTo>
                  <a:pt x="508000" y="0"/>
                </a:lnTo>
                <a:cubicBezTo>
                  <a:pt x="788373" y="0"/>
                  <a:pt x="1016000" y="227627"/>
                  <a:pt x="1016000" y="508000"/>
                </a:cubicBezTo>
                <a:lnTo>
                  <a:pt x="1016000" y="508000"/>
                </a:lnTo>
                <a:cubicBezTo>
                  <a:pt x="1016000" y="788373"/>
                  <a:pt x="788373" y="1016000"/>
                  <a:pt x="508000" y="1016000"/>
                </a:cubicBezTo>
                <a:lnTo>
                  <a:pt x="508000" y="1016000"/>
                </a:lnTo>
                <a:cubicBezTo>
                  <a:pt x="227627" y="1016000"/>
                  <a:pt x="0" y="788373"/>
                  <a:pt x="0" y="508000"/>
                </a:cubicBezTo>
                <a:lnTo>
                  <a:pt x="0" y="508000"/>
                </a:lnTo>
                <a:cubicBezTo>
                  <a:pt x="0" y="227627"/>
                  <a:pt x="227627" y="0"/>
                  <a:pt x="508000" y="0"/>
                </a:cubicBezTo>
                <a:close/>
              </a:path>
            </a:pathLst>
          </a:custGeom>
          <a:solidFill>
            <a:srgbClr val="8A75F5"/>
          </a:solidFill>
        </p:spPr>
      </p:sp>
      <p:sp>
        <p:nvSpPr>
          <p:cNvPr id="14" name="Shape 10"/>
          <p:cNvSpPr/>
          <p:nvPr/>
        </p:nvSpPr>
        <p:spPr>
          <a:xfrm>
            <a:off x="5810250" y="3200400"/>
            <a:ext cx="571500" cy="457200"/>
          </a:xfrm>
          <a:custGeom>
            <a:avLst/>
            <a:gdLst/>
            <a:ahLst/>
            <a:cxnLst/>
            <a:rect l="l" t="t" r="r" b="b"/>
            <a:pathLst>
              <a:path w="571500" h="457200">
                <a:moveTo>
                  <a:pt x="371386" y="187970"/>
                </a:moveTo>
                <a:cubicBezTo>
                  <a:pt x="382280" y="185023"/>
                  <a:pt x="393710" y="190202"/>
                  <a:pt x="398621" y="200293"/>
                </a:cubicBezTo>
                <a:lnTo>
                  <a:pt x="415230" y="233869"/>
                </a:lnTo>
                <a:cubicBezTo>
                  <a:pt x="424428" y="235119"/>
                  <a:pt x="433447" y="237619"/>
                  <a:pt x="441930" y="241102"/>
                </a:cubicBezTo>
                <a:lnTo>
                  <a:pt x="473184" y="220295"/>
                </a:lnTo>
                <a:cubicBezTo>
                  <a:pt x="482560" y="214045"/>
                  <a:pt x="494973" y="215295"/>
                  <a:pt x="502920" y="223242"/>
                </a:cubicBezTo>
                <a:lnTo>
                  <a:pt x="520065" y="240387"/>
                </a:lnTo>
                <a:cubicBezTo>
                  <a:pt x="528012" y="248335"/>
                  <a:pt x="529263" y="260836"/>
                  <a:pt x="523012" y="270123"/>
                </a:cubicBezTo>
                <a:lnTo>
                  <a:pt x="502206" y="301288"/>
                </a:lnTo>
                <a:cubicBezTo>
                  <a:pt x="503902" y="305485"/>
                  <a:pt x="505420" y="309860"/>
                  <a:pt x="506670" y="314414"/>
                </a:cubicBezTo>
                <a:cubicBezTo>
                  <a:pt x="507921" y="318968"/>
                  <a:pt x="508724" y="323433"/>
                  <a:pt x="509349" y="327987"/>
                </a:cubicBezTo>
                <a:lnTo>
                  <a:pt x="543014" y="344597"/>
                </a:lnTo>
                <a:cubicBezTo>
                  <a:pt x="553105" y="349597"/>
                  <a:pt x="558284" y="361027"/>
                  <a:pt x="555337" y="371832"/>
                </a:cubicBezTo>
                <a:lnTo>
                  <a:pt x="549086" y="395228"/>
                </a:lnTo>
                <a:cubicBezTo>
                  <a:pt x="546140" y="406033"/>
                  <a:pt x="536049" y="413355"/>
                  <a:pt x="524798" y="412641"/>
                </a:cubicBezTo>
                <a:lnTo>
                  <a:pt x="487293" y="410230"/>
                </a:lnTo>
                <a:cubicBezTo>
                  <a:pt x="481667" y="417463"/>
                  <a:pt x="475149" y="424160"/>
                  <a:pt x="467737" y="429875"/>
                </a:cubicBezTo>
                <a:lnTo>
                  <a:pt x="470148" y="467291"/>
                </a:lnTo>
                <a:cubicBezTo>
                  <a:pt x="470862" y="478542"/>
                  <a:pt x="463540" y="488722"/>
                  <a:pt x="452735" y="491579"/>
                </a:cubicBezTo>
                <a:lnTo>
                  <a:pt x="429339" y="497830"/>
                </a:lnTo>
                <a:cubicBezTo>
                  <a:pt x="418445" y="500777"/>
                  <a:pt x="407104" y="495598"/>
                  <a:pt x="402104" y="485507"/>
                </a:cubicBezTo>
                <a:lnTo>
                  <a:pt x="385495" y="451931"/>
                </a:lnTo>
                <a:cubicBezTo>
                  <a:pt x="376297" y="450681"/>
                  <a:pt x="367278" y="448181"/>
                  <a:pt x="358795" y="444698"/>
                </a:cubicBezTo>
                <a:lnTo>
                  <a:pt x="327541" y="465505"/>
                </a:lnTo>
                <a:cubicBezTo>
                  <a:pt x="318165" y="471755"/>
                  <a:pt x="305753" y="470505"/>
                  <a:pt x="297805" y="462558"/>
                </a:cubicBezTo>
                <a:lnTo>
                  <a:pt x="280660" y="445413"/>
                </a:lnTo>
                <a:cubicBezTo>
                  <a:pt x="272713" y="437465"/>
                  <a:pt x="271463" y="425053"/>
                  <a:pt x="277713" y="415677"/>
                </a:cubicBezTo>
                <a:lnTo>
                  <a:pt x="298519" y="384423"/>
                </a:lnTo>
                <a:cubicBezTo>
                  <a:pt x="296823" y="380226"/>
                  <a:pt x="295305" y="375851"/>
                  <a:pt x="294055" y="371296"/>
                </a:cubicBezTo>
                <a:cubicBezTo>
                  <a:pt x="292804" y="366742"/>
                  <a:pt x="292001" y="362188"/>
                  <a:pt x="291376" y="357723"/>
                </a:cubicBezTo>
                <a:lnTo>
                  <a:pt x="257711" y="341114"/>
                </a:lnTo>
                <a:cubicBezTo>
                  <a:pt x="247620" y="336113"/>
                  <a:pt x="242530" y="324683"/>
                  <a:pt x="245388" y="313879"/>
                </a:cubicBezTo>
                <a:lnTo>
                  <a:pt x="251639" y="290483"/>
                </a:lnTo>
                <a:cubicBezTo>
                  <a:pt x="254585" y="279678"/>
                  <a:pt x="264676" y="272355"/>
                  <a:pt x="275927" y="273070"/>
                </a:cubicBezTo>
                <a:lnTo>
                  <a:pt x="313343" y="275481"/>
                </a:lnTo>
                <a:cubicBezTo>
                  <a:pt x="318968" y="268248"/>
                  <a:pt x="325487" y="261551"/>
                  <a:pt x="332899" y="255836"/>
                </a:cubicBezTo>
                <a:lnTo>
                  <a:pt x="330488" y="218509"/>
                </a:lnTo>
                <a:cubicBezTo>
                  <a:pt x="329773" y="207258"/>
                  <a:pt x="337096" y="197078"/>
                  <a:pt x="347901" y="194221"/>
                </a:cubicBezTo>
                <a:lnTo>
                  <a:pt x="371296" y="187970"/>
                </a:lnTo>
                <a:close/>
                <a:moveTo>
                  <a:pt x="400407" y="303609"/>
                </a:moveTo>
                <a:cubicBezTo>
                  <a:pt x="378722" y="303634"/>
                  <a:pt x="361137" y="321260"/>
                  <a:pt x="361161" y="342945"/>
                </a:cubicBezTo>
                <a:cubicBezTo>
                  <a:pt x="361186" y="364630"/>
                  <a:pt x="378811" y="382215"/>
                  <a:pt x="400496" y="382191"/>
                </a:cubicBezTo>
                <a:cubicBezTo>
                  <a:pt x="422182" y="382166"/>
                  <a:pt x="439767" y="364540"/>
                  <a:pt x="439742" y="342855"/>
                </a:cubicBezTo>
                <a:cubicBezTo>
                  <a:pt x="439718" y="321170"/>
                  <a:pt x="422092" y="303585"/>
                  <a:pt x="400407" y="303609"/>
                </a:cubicBezTo>
                <a:close/>
                <a:moveTo>
                  <a:pt x="200829" y="-40630"/>
                </a:moveTo>
                <a:lnTo>
                  <a:pt x="224224" y="-34379"/>
                </a:lnTo>
                <a:cubicBezTo>
                  <a:pt x="235029" y="-31433"/>
                  <a:pt x="242352" y="-21253"/>
                  <a:pt x="241637" y="-10091"/>
                </a:cubicBezTo>
                <a:lnTo>
                  <a:pt x="239226" y="27236"/>
                </a:lnTo>
                <a:cubicBezTo>
                  <a:pt x="246638" y="32951"/>
                  <a:pt x="253157" y="39559"/>
                  <a:pt x="258782" y="46881"/>
                </a:cubicBezTo>
                <a:lnTo>
                  <a:pt x="296287" y="44470"/>
                </a:lnTo>
                <a:cubicBezTo>
                  <a:pt x="307449" y="43755"/>
                  <a:pt x="317629" y="51078"/>
                  <a:pt x="320576" y="61883"/>
                </a:cubicBezTo>
                <a:lnTo>
                  <a:pt x="326827" y="85279"/>
                </a:lnTo>
                <a:cubicBezTo>
                  <a:pt x="329684" y="96083"/>
                  <a:pt x="324594" y="107513"/>
                  <a:pt x="314504" y="112514"/>
                </a:cubicBezTo>
                <a:lnTo>
                  <a:pt x="280839" y="129123"/>
                </a:lnTo>
                <a:cubicBezTo>
                  <a:pt x="280214" y="133677"/>
                  <a:pt x="279321" y="138232"/>
                  <a:pt x="278160" y="142696"/>
                </a:cubicBezTo>
                <a:cubicBezTo>
                  <a:pt x="276999" y="147161"/>
                  <a:pt x="275392" y="151626"/>
                  <a:pt x="273695" y="155823"/>
                </a:cubicBezTo>
                <a:lnTo>
                  <a:pt x="294501" y="187077"/>
                </a:lnTo>
                <a:cubicBezTo>
                  <a:pt x="300752" y="196453"/>
                  <a:pt x="299502" y="208865"/>
                  <a:pt x="291554" y="216813"/>
                </a:cubicBezTo>
                <a:lnTo>
                  <a:pt x="274409" y="233958"/>
                </a:lnTo>
                <a:cubicBezTo>
                  <a:pt x="266462" y="241905"/>
                  <a:pt x="254050" y="243155"/>
                  <a:pt x="244673" y="236905"/>
                </a:cubicBezTo>
                <a:lnTo>
                  <a:pt x="213420" y="216098"/>
                </a:lnTo>
                <a:cubicBezTo>
                  <a:pt x="204936" y="219581"/>
                  <a:pt x="195917" y="222081"/>
                  <a:pt x="186720" y="223331"/>
                </a:cubicBezTo>
                <a:lnTo>
                  <a:pt x="170111" y="256907"/>
                </a:lnTo>
                <a:cubicBezTo>
                  <a:pt x="165110" y="266998"/>
                  <a:pt x="153680" y="272088"/>
                  <a:pt x="142875" y="269230"/>
                </a:cubicBezTo>
                <a:lnTo>
                  <a:pt x="119479" y="262979"/>
                </a:lnTo>
                <a:cubicBezTo>
                  <a:pt x="108585" y="260033"/>
                  <a:pt x="101352" y="249853"/>
                  <a:pt x="102066" y="238691"/>
                </a:cubicBezTo>
                <a:lnTo>
                  <a:pt x="104477" y="201275"/>
                </a:lnTo>
                <a:cubicBezTo>
                  <a:pt x="97066" y="195560"/>
                  <a:pt x="90547" y="188952"/>
                  <a:pt x="84921" y="181630"/>
                </a:cubicBezTo>
                <a:lnTo>
                  <a:pt x="47417" y="184041"/>
                </a:lnTo>
                <a:cubicBezTo>
                  <a:pt x="36255" y="184755"/>
                  <a:pt x="26075" y="177433"/>
                  <a:pt x="23128" y="166628"/>
                </a:cubicBezTo>
                <a:lnTo>
                  <a:pt x="16877" y="143232"/>
                </a:lnTo>
                <a:cubicBezTo>
                  <a:pt x="14020" y="132427"/>
                  <a:pt x="19110" y="120997"/>
                  <a:pt x="29200" y="115997"/>
                </a:cubicBezTo>
                <a:lnTo>
                  <a:pt x="62865" y="99387"/>
                </a:lnTo>
                <a:cubicBezTo>
                  <a:pt x="63490" y="94833"/>
                  <a:pt x="64383" y="90368"/>
                  <a:pt x="65544" y="85814"/>
                </a:cubicBezTo>
                <a:cubicBezTo>
                  <a:pt x="66794" y="81260"/>
                  <a:pt x="68223" y="76885"/>
                  <a:pt x="70009" y="72688"/>
                </a:cubicBezTo>
                <a:lnTo>
                  <a:pt x="49203" y="41523"/>
                </a:lnTo>
                <a:cubicBezTo>
                  <a:pt x="42952" y="32147"/>
                  <a:pt x="44202" y="19735"/>
                  <a:pt x="52149" y="11787"/>
                </a:cubicBezTo>
                <a:lnTo>
                  <a:pt x="69294" y="-5358"/>
                </a:lnTo>
                <a:cubicBezTo>
                  <a:pt x="77242" y="-13305"/>
                  <a:pt x="89654" y="-14555"/>
                  <a:pt x="99030" y="-8305"/>
                </a:cubicBezTo>
                <a:lnTo>
                  <a:pt x="130284" y="12502"/>
                </a:lnTo>
                <a:cubicBezTo>
                  <a:pt x="138767" y="9019"/>
                  <a:pt x="147786" y="6519"/>
                  <a:pt x="156984" y="5269"/>
                </a:cubicBezTo>
                <a:lnTo>
                  <a:pt x="173593" y="-28307"/>
                </a:lnTo>
                <a:cubicBezTo>
                  <a:pt x="178594" y="-38398"/>
                  <a:pt x="189934" y="-43488"/>
                  <a:pt x="200829" y="-40630"/>
                </a:cubicBezTo>
                <a:close/>
                <a:moveTo>
                  <a:pt x="171807" y="75009"/>
                </a:moveTo>
                <a:cubicBezTo>
                  <a:pt x="150122" y="75009"/>
                  <a:pt x="132517" y="92615"/>
                  <a:pt x="132517" y="114300"/>
                </a:cubicBezTo>
                <a:cubicBezTo>
                  <a:pt x="132517" y="135985"/>
                  <a:pt x="150122" y="153591"/>
                  <a:pt x="171807" y="153591"/>
                </a:cubicBezTo>
                <a:cubicBezTo>
                  <a:pt x="193492" y="153591"/>
                  <a:pt x="211098" y="135985"/>
                  <a:pt x="211098" y="114300"/>
                </a:cubicBezTo>
                <a:cubicBezTo>
                  <a:pt x="211098" y="92615"/>
                  <a:pt x="193492" y="75009"/>
                  <a:pt x="171807" y="75009"/>
                </a:cubicBezTo>
                <a:close/>
              </a:path>
            </a:pathLst>
          </a:custGeom>
          <a:solidFill>
            <a:srgbClr val="FFFFFF"/>
          </a:solidFill>
        </p:spPr>
      </p:sp>
      <p:sp>
        <p:nvSpPr>
          <p:cNvPr id="15" name="Text 11"/>
          <p:cNvSpPr/>
          <p:nvPr/>
        </p:nvSpPr>
        <p:spPr>
          <a:xfrm>
            <a:off x="5384800" y="4089400"/>
            <a:ext cx="1422400" cy="406400"/>
          </a:xfrm>
          <a:prstGeom prst="rect">
            <a:avLst/>
          </a:prstGeom>
          <a:noFill/>
        </p:spPr>
        <p:txBody>
          <a:bodyPr wrap="square" lIns="0" tIns="0" rIns="0" bIns="0" rtlCol="0" anchor="ctr"/>
          <a:lstStyle/>
          <a:p>
            <a:pPr marL="0" indent="0" algn="ctr">
              <a:lnSpc>
                <a:spcPct val="110000"/>
              </a:lnSpc>
              <a:buNone/>
            </a:pPr>
            <a:r>
              <a:rPr lang="en-US" altLang="en-US" sz="1600" dirty="0"/>
              <a:t>○</a:t>
            </a:r>
            <a:r>
              <a:rPr lang="zh-CN" altLang="en-US" sz="1600" dirty="0"/>
              <a:t>后端技术栈：</a:t>
            </a:r>
            <a:endParaRPr lang="zh-CN" altLang="en-US" sz="1600" dirty="0"/>
          </a:p>
        </p:txBody>
      </p:sp>
      <p:sp>
        <p:nvSpPr>
          <p:cNvPr id="16" name="Text 12"/>
          <p:cNvSpPr/>
          <p:nvPr/>
        </p:nvSpPr>
        <p:spPr>
          <a:xfrm>
            <a:off x="4641850" y="4597400"/>
            <a:ext cx="2908300" cy="304800"/>
          </a:xfrm>
          <a:prstGeom prst="rect">
            <a:avLst/>
          </a:prstGeom>
          <a:noFill/>
        </p:spPr>
        <p:txBody>
          <a:bodyPr wrap="square" lIns="0" tIns="0" rIns="0" bIns="0" rtlCol="0" anchor="ctr"/>
          <a:lstStyle/>
          <a:p>
            <a:pPr marL="0" indent="0" algn="ctr">
              <a:lnSpc>
                <a:spcPct val="130000"/>
              </a:lnSpc>
              <a:buNone/>
            </a:pPr>
            <a:endParaRPr lang="en-US" sz="1600" dirty="0"/>
          </a:p>
        </p:txBody>
      </p:sp>
      <p:sp>
        <p:nvSpPr>
          <p:cNvPr id="17" name="Text 13"/>
          <p:cNvSpPr/>
          <p:nvPr/>
        </p:nvSpPr>
        <p:spPr>
          <a:xfrm>
            <a:off x="5277048" y="4953000"/>
            <a:ext cx="1638300" cy="254000"/>
          </a:xfrm>
          <a:prstGeom prst="rect">
            <a:avLst/>
          </a:prstGeom>
          <a:noFill/>
        </p:spPr>
        <p:txBody>
          <a:bodyPr wrap="square" lIns="0" tIns="0" rIns="0" bIns="0" rtlCol="0" anchor="ctr"/>
          <a:lstStyle/>
          <a:p>
            <a:pPr marL="0" indent="0" algn="ctr">
              <a:lnSpc>
                <a:spcPct val="120000"/>
              </a:lnSpc>
              <a:buNone/>
            </a:pPr>
            <a:endParaRPr lang="en-US" sz="1600" dirty="0"/>
          </a:p>
        </p:txBody>
      </p:sp>
      <p:sp>
        <p:nvSpPr>
          <p:cNvPr id="18" name="Shape 14"/>
          <p:cNvSpPr/>
          <p:nvPr/>
        </p:nvSpPr>
        <p:spPr>
          <a:xfrm>
            <a:off x="8246467" y="3175000"/>
            <a:ext cx="2921000" cy="2336800"/>
          </a:xfrm>
          <a:custGeom>
            <a:avLst/>
            <a:gdLst/>
            <a:ahLst/>
            <a:cxnLst/>
            <a:rect l="l" t="t" r="r" b="b"/>
            <a:pathLst>
              <a:path w="2921000" h="2336800">
                <a:moveTo>
                  <a:pt x="152406" y="0"/>
                </a:moveTo>
                <a:lnTo>
                  <a:pt x="2768594" y="0"/>
                </a:lnTo>
                <a:cubicBezTo>
                  <a:pt x="2852765" y="0"/>
                  <a:pt x="2921000" y="68235"/>
                  <a:pt x="2921000" y="152406"/>
                </a:cubicBezTo>
                <a:lnTo>
                  <a:pt x="2921000" y="2336800"/>
                </a:lnTo>
                <a:lnTo>
                  <a:pt x="0" y="2336800"/>
                </a:lnTo>
                <a:lnTo>
                  <a:pt x="0" y="152406"/>
                </a:lnTo>
                <a:cubicBezTo>
                  <a:pt x="0" y="68291"/>
                  <a:pt x="68291" y="0"/>
                  <a:pt x="152406" y="0"/>
                </a:cubicBezTo>
                <a:close/>
              </a:path>
            </a:pathLst>
          </a:custGeom>
          <a:solidFill>
            <a:srgbClr val="8EB8F8">
              <a:alpha val="20000"/>
            </a:srgbClr>
          </a:solidFill>
        </p:spPr>
      </p:sp>
      <p:sp>
        <p:nvSpPr>
          <p:cNvPr id="19" name="Shape 15"/>
          <p:cNvSpPr/>
          <p:nvPr/>
        </p:nvSpPr>
        <p:spPr>
          <a:xfrm>
            <a:off x="9300567" y="3378200"/>
            <a:ext cx="812800" cy="812800"/>
          </a:xfrm>
          <a:custGeom>
            <a:avLst/>
            <a:gdLst/>
            <a:ahLst/>
            <a:cxnLst/>
            <a:rect l="l" t="t" r="r" b="b"/>
            <a:pathLst>
              <a:path w="812800" h="812800">
                <a:moveTo>
                  <a:pt x="406400" y="0"/>
                </a:moveTo>
                <a:lnTo>
                  <a:pt x="406400" y="0"/>
                </a:lnTo>
                <a:cubicBezTo>
                  <a:pt x="630698" y="0"/>
                  <a:pt x="812800" y="182102"/>
                  <a:pt x="812800" y="406400"/>
                </a:cubicBezTo>
                <a:lnTo>
                  <a:pt x="812800" y="406400"/>
                </a:lnTo>
                <a:cubicBezTo>
                  <a:pt x="812800" y="630698"/>
                  <a:pt x="630698" y="812800"/>
                  <a:pt x="406400" y="812800"/>
                </a:cubicBezTo>
                <a:lnTo>
                  <a:pt x="406400" y="812800"/>
                </a:lnTo>
                <a:cubicBezTo>
                  <a:pt x="182102" y="812800"/>
                  <a:pt x="0" y="630698"/>
                  <a:pt x="0" y="406400"/>
                </a:cubicBezTo>
                <a:lnTo>
                  <a:pt x="0" y="406400"/>
                </a:lnTo>
                <a:cubicBezTo>
                  <a:pt x="0" y="182102"/>
                  <a:pt x="182102" y="0"/>
                  <a:pt x="406400" y="0"/>
                </a:cubicBezTo>
                <a:close/>
              </a:path>
            </a:pathLst>
          </a:custGeom>
          <a:solidFill>
            <a:srgbClr val="8EB8F8"/>
          </a:solidFill>
        </p:spPr>
      </p:sp>
      <p:sp>
        <p:nvSpPr>
          <p:cNvPr id="20" name="Shape 16"/>
          <p:cNvSpPr/>
          <p:nvPr/>
        </p:nvSpPr>
        <p:spPr>
          <a:xfrm>
            <a:off x="9543455" y="3594100"/>
            <a:ext cx="333375" cy="381000"/>
          </a:xfrm>
          <a:custGeom>
            <a:avLst/>
            <a:gdLst/>
            <a:ahLst/>
            <a:cxnLst/>
            <a:rect l="l" t="t" r="r" b="b"/>
            <a:pathLst>
              <a:path w="333375" h="381000">
                <a:moveTo>
                  <a:pt x="47625" y="23812"/>
                </a:moveTo>
                <a:cubicBezTo>
                  <a:pt x="21357" y="23812"/>
                  <a:pt x="0" y="45169"/>
                  <a:pt x="0" y="71438"/>
                </a:cubicBezTo>
                <a:lnTo>
                  <a:pt x="0" y="119063"/>
                </a:lnTo>
                <a:cubicBezTo>
                  <a:pt x="0" y="145331"/>
                  <a:pt x="21357" y="166688"/>
                  <a:pt x="47625" y="166688"/>
                </a:cubicBezTo>
                <a:lnTo>
                  <a:pt x="285750" y="166688"/>
                </a:lnTo>
                <a:cubicBezTo>
                  <a:pt x="312018" y="166688"/>
                  <a:pt x="333375" y="145331"/>
                  <a:pt x="333375" y="119063"/>
                </a:cubicBezTo>
                <a:lnTo>
                  <a:pt x="333375" y="71438"/>
                </a:lnTo>
                <a:cubicBezTo>
                  <a:pt x="333375" y="45169"/>
                  <a:pt x="312018" y="23812"/>
                  <a:pt x="285750" y="23812"/>
                </a:cubicBezTo>
                <a:lnTo>
                  <a:pt x="47625" y="23812"/>
                </a:lnTo>
                <a:close/>
                <a:moveTo>
                  <a:pt x="208359" y="77391"/>
                </a:moveTo>
                <a:cubicBezTo>
                  <a:pt x="218216" y="77391"/>
                  <a:pt x="226219" y="85393"/>
                  <a:pt x="226219" y="95250"/>
                </a:cubicBezTo>
                <a:cubicBezTo>
                  <a:pt x="226219" y="105107"/>
                  <a:pt x="218216" y="113109"/>
                  <a:pt x="208359" y="113109"/>
                </a:cubicBezTo>
                <a:cubicBezTo>
                  <a:pt x="198503" y="113109"/>
                  <a:pt x="190500" y="105107"/>
                  <a:pt x="190500" y="95250"/>
                </a:cubicBezTo>
                <a:cubicBezTo>
                  <a:pt x="190500" y="85393"/>
                  <a:pt x="198503" y="77391"/>
                  <a:pt x="208359" y="77391"/>
                </a:cubicBezTo>
                <a:close/>
                <a:moveTo>
                  <a:pt x="250031" y="95250"/>
                </a:moveTo>
                <a:cubicBezTo>
                  <a:pt x="250031" y="85393"/>
                  <a:pt x="258034" y="77391"/>
                  <a:pt x="267891" y="77391"/>
                </a:cubicBezTo>
                <a:cubicBezTo>
                  <a:pt x="277747" y="77391"/>
                  <a:pt x="285750" y="85393"/>
                  <a:pt x="285750" y="95250"/>
                </a:cubicBezTo>
                <a:cubicBezTo>
                  <a:pt x="285750" y="105107"/>
                  <a:pt x="277747" y="113109"/>
                  <a:pt x="267891" y="113109"/>
                </a:cubicBezTo>
                <a:cubicBezTo>
                  <a:pt x="258034" y="113109"/>
                  <a:pt x="250031" y="105107"/>
                  <a:pt x="250031" y="95250"/>
                </a:cubicBezTo>
                <a:close/>
                <a:moveTo>
                  <a:pt x="47625" y="214313"/>
                </a:moveTo>
                <a:cubicBezTo>
                  <a:pt x="21357" y="214313"/>
                  <a:pt x="0" y="235669"/>
                  <a:pt x="0" y="261938"/>
                </a:cubicBezTo>
                <a:lnTo>
                  <a:pt x="0" y="309563"/>
                </a:lnTo>
                <a:cubicBezTo>
                  <a:pt x="0" y="335831"/>
                  <a:pt x="21357" y="357188"/>
                  <a:pt x="47625" y="357188"/>
                </a:cubicBezTo>
                <a:lnTo>
                  <a:pt x="285750" y="357188"/>
                </a:lnTo>
                <a:cubicBezTo>
                  <a:pt x="312018" y="357188"/>
                  <a:pt x="333375" y="335831"/>
                  <a:pt x="333375" y="309563"/>
                </a:cubicBezTo>
                <a:lnTo>
                  <a:pt x="333375" y="261938"/>
                </a:lnTo>
                <a:cubicBezTo>
                  <a:pt x="333375" y="235669"/>
                  <a:pt x="312018" y="214313"/>
                  <a:pt x="285750" y="214313"/>
                </a:cubicBezTo>
                <a:lnTo>
                  <a:pt x="47625" y="214313"/>
                </a:lnTo>
                <a:close/>
                <a:moveTo>
                  <a:pt x="208359" y="267891"/>
                </a:moveTo>
                <a:cubicBezTo>
                  <a:pt x="218216" y="267891"/>
                  <a:pt x="226219" y="275893"/>
                  <a:pt x="226219" y="285750"/>
                </a:cubicBezTo>
                <a:cubicBezTo>
                  <a:pt x="226219" y="295607"/>
                  <a:pt x="218216" y="303609"/>
                  <a:pt x="208359" y="303609"/>
                </a:cubicBezTo>
                <a:cubicBezTo>
                  <a:pt x="198503" y="303609"/>
                  <a:pt x="190500" y="295607"/>
                  <a:pt x="190500" y="285750"/>
                </a:cubicBezTo>
                <a:cubicBezTo>
                  <a:pt x="190500" y="275893"/>
                  <a:pt x="198503" y="267891"/>
                  <a:pt x="208359" y="267891"/>
                </a:cubicBezTo>
                <a:close/>
                <a:moveTo>
                  <a:pt x="250031" y="285750"/>
                </a:moveTo>
                <a:cubicBezTo>
                  <a:pt x="250031" y="275893"/>
                  <a:pt x="258034" y="267891"/>
                  <a:pt x="267891" y="267891"/>
                </a:cubicBezTo>
                <a:cubicBezTo>
                  <a:pt x="277747" y="267891"/>
                  <a:pt x="285750" y="275893"/>
                  <a:pt x="285750" y="285750"/>
                </a:cubicBezTo>
                <a:cubicBezTo>
                  <a:pt x="285750" y="295607"/>
                  <a:pt x="277747" y="303609"/>
                  <a:pt x="267891" y="303609"/>
                </a:cubicBezTo>
                <a:cubicBezTo>
                  <a:pt x="258034" y="303609"/>
                  <a:pt x="250031" y="295607"/>
                  <a:pt x="250031" y="285750"/>
                </a:cubicBezTo>
                <a:close/>
              </a:path>
            </a:pathLst>
          </a:custGeom>
          <a:solidFill>
            <a:srgbClr val="FFFFFF"/>
          </a:solidFill>
        </p:spPr>
      </p:sp>
      <p:sp>
        <p:nvSpPr>
          <p:cNvPr id="21" name="Text 17"/>
          <p:cNvSpPr/>
          <p:nvPr/>
        </p:nvSpPr>
        <p:spPr>
          <a:xfrm>
            <a:off x="9071967" y="4343400"/>
            <a:ext cx="1270000" cy="355600"/>
          </a:xfrm>
          <a:prstGeom prst="rect">
            <a:avLst/>
          </a:prstGeom>
          <a:noFill/>
        </p:spPr>
        <p:txBody>
          <a:bodyPr wrap="square" lIns="0" tIns="0" rIns="0" bIns="0" rtlCol="0" anchor="ctr"/>
          <a:lstStyle/>
          <a:p>
            <a:pPr marL="0" indent="0" algn="ctr">
              <a:lnSpc>
                <a:spcPct val="120000"/>
              </a:lnSpc>
              <a:buNone/>
            </a:pPr>
            <a:r>
              <a:rPr lang="en-US" altLang="en-US" sz="1600" dirty="0"/>
              <a:t>○</a:t>
            </a:r>
            <a:r>
              <a:rPr lang="zh-CN" altLang="en-US" sz="1600" dirty="0"/>
              <a:t>数据库：</a:t>
            </a:r>
            <a:endParaRPr lang="zh-CN" altLang="en-US" sz="1600" dirty="0"/>
          </a:p>
        </p:txBody>
      </p:sp>
      <p:sp>
        <p:nvSpPr>
          <p:cNvPr id="22" name="Text 18"/>
          <p:cNvSpPr/>
          <p:nvPr/>
        </p:nvSpPr>
        <p:spPr>
          <a:xfrm>
            <a:off x="9008467" y="4800600"/>
            <a:ext cx="1397000" cy="254000"/>
          </a:xfrm>
          <a:prstGeom prst="rect">
            <a:avLst/>
          </a:prstGeom>
          <a:noFill/>
        </p:spPr>
        <p:txBody>
          <a:bodyPr wrap="square" lIns="0" tIns="0" rIns="0" bIns="0" rtlCol="0" anchor="ctr"/>
          <a:lstStyle/>
          <a:p>
            <a:pPr marL="0" indent="0" algn="ctr">
              <a:lnSpc>
                <a:spcPct val="120000"/>
              </a:lnSpc>
              <a:buNone/>
            </a:pPr>
            <a:endParaRPr lang="en-US" sz="1600" dirty="0"/>
          </a:p>
        </p:txBody>
      </p:sp>
      <p:sp>
        <p:nvSpPr>
          <p:cNvPr id="23" name="Text 19"/>
          <p:cNvSpPr/>
          <p:nvPr/>
        </p:nvSpPr>
        <p:spPr>
          <a:xfrm>
            <a:off x="8965803" y="5105400"/>
            <a:ext cx="1485900" cy="203200"/>
          </a:xfrm>
          <a:prstGeom prst="rect">
            <a:avLst/>
          </a:prstGeom>
          <a:noFill/>
        </p:spPr>
        <p:txBody>
          <a:bodyPr wrap="square" lIns="0" tIns="0" rIns="0" bIns="0" rtlCol="0" anchor="ctr"/>
          <a:lstStyle/>
          <a:p>
            <a:pPr marL="0" indent="0" algn="ctr">
              <a:lnSpc>
                <a:spcPct val="110000"/>
              </a:lnSpc>
              <a:buNone/>
            </a:pP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05-12:21:50-d2t6anlnfo2stf9didn0.png"/>
          <p:cNvPicPr>
            <a:picLocks noChangeAspect="1"/>
          </p:cNvPicPr>
          <p:nvPr/>
        </p:nvPicPr>
        <p:blipFill>
          <a:blip r:embed="rId1">
            <a:alphaModFix amt="10000"/>
          </a:blip>
          <a:srcRect l="26" r="26"/>
          <a:stretch>
            <a:fillRect/>
          </a:stretch>
        </p:blipFill>
        <p:spPr>
          <a:xfrm>
            <a:off x="0" y="0"/>
            <a:ext cx="12192000" cy="6858000"/>
          </a:xfrm>
          <a:prstGeom prst="rect">
            <a:avLst/>
          </a:prstGeom>
        </p:spPr>
      </p:pic>
      <p:pic>
        <p:nvPicPr>
          <p:cNvPr id="3" name="Image 1" descr="https://kimi-img.moonshot.cn/pub/slides/slides_tmpl/image/25-09-05-12:21:53-d2t6aodnfo2stf9didqg.jpg"/>
          <p:cNvPicPr>
            <a:picLocks noChangeAspect="1"/>
          </p:cNvPicPr>
          <p:nvPr/>
        </p:nvPicPr>
        <p:blipFill>
          <a:blip r:embed="rId2"/>
          <a:srcRect t="3" b="3"/>
          <a:stretch>
            <a:fillRect/>
          </a:stretch>
        </p:blipFill>
        <p:spPr>
          <a:xfrm>
            <a:off x="0" y="0"/>
            <a:ext cx="12214225" cy="6953885"/>
          </a:xfrm>
          <a:prstGeom prst="rect">
            <a:avLst/>
          </a:prstGeom>
        </p:spPr>
      </p:pic>
      <p:sp>
        <p:nvSpPr>
          <p:cNvPr id="4" name="Text 0"/>
          <p:cNvSpPr/>
          <p:nvPr/>
        </p:nvSpPr>
        <p:spPr>
          <a:xfrm>
            <a:off x="649605" y="1609090"/>
            <a:ext cx="6096000" cy="1322070"/>
          </a:xfrm>
          <a:prstGeom prst="rect">
            <a:avLst/>
          </a:prstGeom>
          <a:noFill/>
        </p:spPr>
        <p:txBody>
          <a:bodyPr wrap="square" lIns="91440" tIns="45720" rIns="91440" bIns="45720" rtlCol="0" anchor="t">
            <a:spAutoFit/>
          </a:bodyPr>
          <a:lstStyle/>
          <a:p>
            <a:pPr marL="0" indent="0" algn="l">
              <a:lnSpc>
                <a:spcPct val="100000"/>
              </a:lnSpc>
              <a:buNone/>
            </a:pPr>
            <a:r>
              <a:rPr lang="en-US" sz="8000" b="1" dirty="0">
                <a:solidFill>
                  <a:srgbClr val="000000"/>
                </a:solidFill>
                <a:latin typeface="MiSans" pitchFamily="34" charset="-122"/>
                <a:ea typeface="MiSans" pitchFamily="34" charset="-122"/>
                <a:cs typeface="MiSans" pitchFamily="34" charset="-120"/>
              </a:rPr>
              <a:t>04</a:t>
            </a:r>
            <a:endParaRPr lang="en-US" sz="1600" dirty="0"/>
          </a:p>
        </p:txBody>
      </p:sp>
      <p:sp>
        <p:nvSpPr>
          <p:cNvPr id="5" name="Text 1"/>
          <p:cNvSpPr/>
          <p:nvPr/>
        </p:nvSpPr>
        <p:spPr>
          <a:xfrm>
            <a:off x="649605" y="2985135"/>
            <a:ext cx="5382895" cy="1814830"/>
          </a:xfrm>
          <a:prstGeom prst="rect">
            <a:avLst/>
          </a:prstGeom>
          <a:noFill/>
        </p:spPr>
        <p:txBody>
          <a:bodyPr wrap="square" lIns="91440" tIns="45720" rIns="91440" bIns="45720" rtlCol="0" anchor="t">
            <a:spAutoFit/>
          </a:bodyPr>
          <a:lstStyle/>
          <a:p>
            <a:pPr marL="0" indent="0" algn="l">
              <a:lnSpc>
                <a:spcPct val="100000"/>
              </a:lnSpc>
              <a:buNone/>
            </a:pPr>
            <a:r>
              <a:rPr lang="zh-CN" altLang="en-US" sz="4800" b="1" dirty="0">
                <a:sym typeface="+mn-ea"/>
              </a:rPr>
              <a:t>本课题的重点、难点</a:t>
            </a:r>
            <a:endParaRPr lang="zh-CN" altLang="en-US" sz="4800" dirty="0"/>
          </a:p>
          <a:p>
            <a:pPr marL="0" indent="0" algn="l">
              <a:lnSpc>
                <a:spcPct val="100000"/>
              </a:lnSpc>
              <a:buNone/>
            </a:pP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09-05-12:21:50-d2t6anlnfo2stf9didn0.png"/>
          <p:cNvPicPr>
            <a:picLocks noChangeAspect="1"/>
          </p:cNvPicPr>
          <p:nvPr/>
        </p:nvPicPr>
        <p:blipFill>
          <a:blip r:embed="rId1">
            <a:alphaModFix amt="10000"/>
          </a:blip>
          <a:srcRect l="26" r="26"/>
          <a:stretch>
            <a:fillRect/>
          </a:stretch>
        </p:blipFill>
        <p:spPr>
          <a:xfrm>
            <a:off x="0" y="0"/>
            <a:ext cx="12192000" cy="6858000"/>
          </a:xfrm>
          <a:prstGeom prst="rect">
            <a:avLst/>
          </a:prstGeom>
        </p:spPr>
      </p:pic>
      <p:pic>
        <p:nvPicPr>
          <p:cNvPr id="3" name="Image 1" descr="https://kimi-img.moonshot.cn/pub/slides/slides_tmpl/image/25-09-05-12:21:50-d2t6anlnfo2stf9didng.jpg"/>
          <p:cNvPicPr>
            <a:picLocks noChangeAspect="1"/>
          </p:cNvPicPr>
          <p:nvPr/>
        </p:nvPicPr>
        <p:blipFill>
          <a:blip r:embed="rId2"/>
          <a:stretch>
            <a:fillRect/>
          </a:stretch>
        </p:blipFill>
        <p:spPr>
          <a:xfrm>
            <a:off x="635" y="9525"/>
            <a:ext cx="12273280" cy="6885305"/>
          </a:xfrm>
          <a:prstGeom prst="rect">
            <a:avLst/>
          </a:prstGeom>
        </p:spPr>
      </p:pic>
      <p:sp>
        <p:nvSpPr>
          <p:cNvPr id="4" name="Text 0"/>
          <p:cNvSpPr/>
          <p:nvPr/>
        </p:nvSpPr>
        <p:spPr>
          <a:xfrm>
            <a:off x="0" y="254000"/>
            <a:ext cx="12192000" cy="457200"/>
          </a:xfrm>
          <a:prstGeom prst="rect">
            <a:avLst/>
          </a:prstGeom>
          <a:noFill/>
        </p:spPr>
        <p:txBody>
          <a:bodyPr wrap="square" lIns="0" tIns="0" rIns="0" bIns="0" rtlCol="0" anchor="ctr"/>
          <a:lstStyle/>
          <a:p>
            <a:pPr marL="0" indent="0" algn="ctr">
              <a:lnSpc>
                <a:spcPct val="100000"/>
              </a:lnSpc>
              <a:buNone/>
            </a:pPr>
            <a:r>
              <a:rPr lang="zh-CN" altLang="en-US" sz="3000" dirty="0">
                <a:solidFill>
                  <a:srgbClr val="8A75F5"/>
                </a:solidFill>
                <a:latin typeface="Noto Sans SC" panose="020B0200000000000000" pitchFamily="34" charset="-122"/>
                <a:ea typeface="Noto Sans SC" panose="020B0200000000000000" pitchFamily="34" charset="-122"/>
                <a:cs typeface="Noto Sans SC" panose="020B0200000000000000" pitchFamily="34" charset="-120"/>
              </a:rPr>
              <a:t>本课题重点</a:t>
            </a:r>
            <a:r>
              <a:rPr lang="zh-CN" altLang="en-US" sz="3000" dirty="0">
                <a:solidFill>
                  <a:srgbClr val="8A75F5"/>
                </a:solidFill>
                <a:latin typeface="Noto Sans SC" panose="020B0200000000000000" pitchFamily="34" charset="-122"/>
                <a:ea typeface="Noto Sans SC" panose="020B0200000000000000" pitchFamily="34" charset="-122"/>
                <a:cs typeface="Noto Sans SC" panose="020B0200000000000000" pitchFamily="34" charset="-120"/>
              </a:rPr>
              <a:t>难点</a:t>
            </a:r>
            <a:endParaRPr lang="zh-CN" altLang="en-US" sz="3000" dirty="0">
              <a:solidFill>
                <a:srgbClr val="8A75F5"/>
              </a:solidFill>
              <a:latin typeface="Noto Sans SC" panose="020B0200000000000000" pitchFamily="34" charset="-122"/>
              <a:ea typeface="Noto Sans SC" panose="020B0200000000000000" pitchFamily="34" charset="-122"/>
              <a:cs typeface="Noto Sans SC" panose="020B0200000000000000" pitchFamily="34" charset="-120"/>
            </a:endParaRPr>
          </a:p>
        </p:txBody>
      </p:sp>
      <p:sp>
        <p:nvSpPr>
          <p:cNvPr id="5" name="Shape 1"/>
          <p:cNvSpPr/>
          <p:nvPr>
            <p:custDataLst>
              <p:tags r:id="rId3"/>
            </p:custDataLst>
          </p:nvPr>
        </p:nvSpPr>
        <p:spPr>
          <a:xfrm>
            <a:off x="254000" y="1016000"/>
            <a:ext cx="5740400" cy="2692400"/>
          </a:xfrm>
          <a:custGeom>
            <a:avLst/>
            <a:gdLst/>
            <a:ahLst/>
            <a:cxnLst/>
            <a:rect l="l" t="t" r="r" b="b"/>
            <a:pathLst>
              <a:path w="5740400" h="2692400">
                <a:moveTo>
                  <a:pt x="101611" y="0"/>
                </a:moveTo>
                <a:lnTo>
                  <a:pt x="5638789" y="0"/>
                </a:lnTo>
                <a:cubicBezTo>
                  <a:pt x="5694907" y="0"/>
                  <a:pt x="5740400" y="45493"/>
                  <a:pt x="5740400" y="101611"/>
                </a:cubicBezTo>
                <a:lnTo>
                  <a:pt x="5740400" y="2590789"/>
                </a:lnTo>
                <a:cubicBezTo>
                  <a:pt x="5740400" y="2646907"/>
                  <a:pt x="5694907" y="2692400"/>
                  <a:pt x="5638789" y="2692400"/>
                </a:cubicBezTo>
                <a:lnTo>
                  <a:pt x="101611" y="2692400"/>
                </a:lnTo>
                <a:cubicBezTo>
                  <a:pt x="45493" y="2692400"/>
                  <a:pt x="0" y="2646907"/>
                  <a:pt x="0" y="2590789"/>
                </a:cubicBezTo>
                <a:lnTo>
                  <a:pt x="0" y="101611"/>
                </a:lnTo>
                <a:cubicBezTo>
                  <a:pt x="0" y="45530"/>
                  <a:pt x="45530" y="0"/>
                  <a:pt x="101611" y="0"/>
                </a:cubicBezTo>
                <a:close/>
              </a:path>
            </a:pathLst>
          </a:custGeom>
          <a:solidFill>
            <a:srgbClr val="8A75F5">
              <a:alpha val="13333"/>
            </a:srgbClr>
          </a:solidFill>
        </p:spPr>
        <p:txBody>
          <a:bodyPr/>
          <a:p>
            <a:endParaRPr lang="zh-CN" altLang="en-US"/>
          </a:p>
        </p:txBody>
      </p:sp>
      <p:sp>
        <p:nvSpPr>
          <p:cNvPr id="6" name="Shape 2"/>
          <p:cNvSpPr/>
          <p:nvPr>
            <p:custDataLst>
              <p:tags r:id="rId4"/>
            </p:custDataLst>
          </p:nvPr>
        </p:nvSpPr>
        <p:spPr>
          <a:xfrm>
            <a:off x="457200" y="2057400"/>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8A75F5">
              <a:alpha val="66667"/>
            </a:srgbClr>
          </a:solidFill>
        </p:spPr>
      </p:sp>
      <p:sp>
        <p:nvSpPr>
          <p:cNvPr id="7" name="Shape 3"/>
          <p:cNvSpPr/>
          <p:nvPr>
            <p:custDataLst>
              <p:tags r:id="rId5"/>
            </p:custDataLst>
          </p:nvPr>
        </p:nvSpPr>
        <p:spPr>
          <a:xfrm>
            <a:off x="609600" y="2209800"/>
            <a:ext cx="304800" cy="304800"/>
          </a:xfrm>
          <a:custGeom>
            <a:avLst/>
            <a:gdLst/>
            <a:ahLst/>
            <a:cxnLst/>
            <a:rect l="l" t="t" r="r" b="b"/>
            <a:pathLst>
              <a:path w="304800" h="304800">
                <a:moveTo>
                  <a:pt x="248960" y="105489"/>
                </a:moveTo>
                <a:cubicBezTo>
                  <a:pt x="245745" y="104418"/>
                  <a:pt x="242530" y="103406"/>
                  <a:pt x="239316" y="102453"/>
                </a:cubicBezTo>
                <a:cubicBezTo>
                  <a:pt x="239851" y="100251"/>
                  <a:pt x="240328" y="98048"/>
                  <a:pt x="240804" y="95845"/>
                </a:cubicBezTo>
                <a:cubicBezTo>
                  <a:pt x="248126" y="60365"/>
                  <a:pt x="243304" y="31849"/>
                  <a:pt x="227052" y="22443"/>
                </a:cubicBezTo>
                <a:cubicBezTo>
                  <a:pt x="211395" y="13454"/>
                  <a:pt x="185857" y="22800"/>
                  <a:pt x="160020" y="45303"/>
                </a:cubicBezTo>
                <a:cubicBezTo>
                  <a:pt x="157460" y="47506"/>
                  <a:pt x="154960" y="49828"/>
                  <a:pt x="152579" y="52149"/>
                </a:cubicBezTo>
                <a:cubicBezTo>
                  <a:pt x="150971" y="50602"/>
                  <a:pt x="149304" y="49054"/>
                  <a:pt x="147637" y="47565"/>
                </a:cubicBezTo>
                <a:cubicBezTo>
                  <a:pt x="120551" y="23515"/>
                  <a:pt x="93405" y="13395"/>
                  <a:pt x="77152" y="22860"/>
                </a:cubicBezTo>
                <a:cubicBezTo>
                  <a:pt x="61555" y="31909"/>
                  <a:pt x="56912" y="58757"/>
                  <a:pt x="63460" y="92333"/>
                </a:cubicBezTo>
                <a:cubicBezTo>
                  <a:pt x="64115" y="95667"/>
                  <a:pt x="64830" y="98941"/>
                  <a:pt x="65663" y="102275"/>
                </a:cubicBezTo>
                <a:cubicBezTo>
                  <a:pt x="61853" y="103346"/>
                  <a:pt x="58102" y="104537"/>
                  <a:pt x="54590" y="105787"/>
                </a:cubicBezTo>
                <a:cubicBezTo>
                  <a:pt x="22800" y="116800"/>
                  <a:pt x="0" y="134183"/>
                  <a:pt x="0" y="152162"/>
                </a:cubicBezTo>
                <a:cubicBezTo>
                  <a:pt x="0" y="170736"/>
                  <a:pt x="24289" y="189369"/>
                  <a:pt x="57329" y="200680"/>
                </a:cubicBezTo>
                <a:cubicBezTo>
                  <a:pt x="60007" y="201573"/>
                  <a:pt x="62686" y="202466"/>
                  <a:pt x="65425" y="203240"/>
                </a:cubicBezTo>
                <a:cubicBezTo>
                  <a:pt x="64532" y="206812"/>
                  <a:pt x="63758" y="210324"/>
                  <a:pt x="63044" y="213955"/>
                </a:cubicBezTo>
                <a:cubicBezTo>
                  <a:pt x="56793" y="246995"/>
                  <a:pt x="61674" y="273189"/>
                  <a:pt x="77272" y="282178"/>
                </a:cubicBezTo>
                <a:cubicBezTo>
                  <a:pt x="93345" y="291465"/>
                  <a:pt x="120372" y="281940"/>
                  <a:pt x="146685" y="258901"/>
                </a:cubicBezTo>
                <a:cubicBezTo>
                  <a:pt x="148769" y="257056"/>
                  <a:pt x="150852" y="255151"/>
                  <a:pt x="152936" y="253127"/>
                </a:cubicBezTo>
                <a:cubicBezTo>
                  <a:pt x="155555" y="255687"/>
                  <a:pt x="158294" y="258128"/>
                  <a:pt x="161032" y="260509"/>
                </a:cubicBezTo>
                <a:cubicBezTo>
                  <a:pt x="186511" y="282416"/>
                  <a:pt x="211693" y="291286"/>
                  <a:pt x="227231" y="282297"/>
                </a:cubicBezTo>
                <a:cubicBezTo>
                  <a:pt x="243304" y="273010"/>
                  <a:pt x="248543" y="244852"/>
                  <a:pt x="241756" y="210562"/>
                </a:cubicBezTo>
                <a:cubicBezTo>
                  <a:pt x="241221" y="207943"/>
                  <a:pt x="240625" y="205264"/>
                  <a:pt x="239970" y="202525"/>
                </a:cubicBezTo>
                <a:cubicBezTo>
                  <a:pt x="241875" y="201990"/>
                  <a:pt x="243721" y="201394"/>
                  <a:pt x="245566" y="200799"/>
                </a:cubicBezTo>
                <a:cubicBezTo>
                  <a:pt x="279916" y="189428"/>
                  <a:pt x="304800" y="171033"/>
                  <a:pt x="304800" y="152162"/>
                </a:cubicBezTo>
                <a:cubicBezTo>
                  <a:pt x="304800" y="134124"/>
                  <a:pt x="281345" y="116622"/>
                  <a:pt x="248960" y="105489"/>
                </a:cubicBezTo>
                <a:close/>
                <a:moveTo>
                  <a:pt x="168414" y="54947"/>
                </a:moveTo>
                <a:cubicBezTo>
                  <a:pt x="190560" y="35659"/>
                  <a:pt x="211217" y="28099"/>
                  <a:pt x="220623" y="33516"/>
                </a:cubicBezTo>
                <a:cubicBezTo>
                  <a:pt x="230684" y="39291"/>
                  <a:pt x="234553" y="62627"/>
                  <a:pt x="228243" y="93285"/>
                </a:cubicBezTo>
                <a:cubicBezTo>
                  <a:pt x="227826" y="95310"/>
                  <a:pt x="227409" y="97274"/>
                  <a:pt x="226874" y="99239"/>
                </a:cubicBezTo>
                <a:cubicBezTo>
                  <a:pt x="213658" y="96262"/>
                  <a:pt x="200263" y="94119"/>
                  <a:pt x="186809" y="92928"/>
                </a:cubicBezTo>
                <a:cubicBezTo>
                  <a:pt x="179070" y="81855"/>
                  <a:pt x="170617" y="71259"/>
                  <a:pt x="161449" y="61317"/>
                </a:cubicBezTo>
                <a:cubicBezTo>
                  <a:pt x="163770" y="59115"/>
                  <a:pt x="166033" y="57031"/>
                  <a:pt x="168414" y="54947"/>
                </a:cubicBezTo>
                <a:close/>
                <a:moveTo>
                  <a:pt x="99536" y="183059"/>
                </a:moveTo>
                <a:cubicBezTo>
                  <a:pt x="102572" y="188238"/>
                  <a:pt x="105668" y="193417"/>
                  <a:pt x="108942" y="198477"/>
                </a:cubicBezTo>
                <a:cubicBezTo>
                  <a:pt x="99655" y="197465"/>
                  <a:pt x="90428" y="195977"/>
                  <a:pt x="81320" y="194012"/>
                </a:cubicBezTo>
                <a:cubicBezTo>
                  <a:pt x="83939" y="185440"/>
                  <a:pt x="87213" y="176570"/>
                  <a:pt x="91023" y="167521"/>
                </a:cubicBezTo>
                <a:cubicBezTo>
                  <a:pt x="93762" y="172760"/>
                  <a:pt x="96560" y="177939"/>
                  <a:pt x="99536" y="183059"/>
                </a:cubicBezTo>
                <a:close/>
                <a:moveTo>
                  <a:pt x="81498" y="111442"/>
                </a:moveTo>
                <a:cubicBezTo>
                  <a:pt x="90071" y="109537"/>
                  <a:pt x="99179" y="107990"/>
                  <a:pt x="108645" y="106799"/>
                </a:cubicBezTo>
                <a:cubicBezTo>
                  <a:pt x="105489" y="111740"/>
                  <a:pt x="102394" y="116800"/>
                  <a:pt x="99477" y="121920"/>
                </a:cubicBezTo>
                <a:cubicBezTo>
                  <a:pt x="96560" y="126980"/>
                  <a:pt x="93702" y="132159"/>
                  <a:pt x="91023" y="137398"/>
                </a:cubicBezTo>
                <a:cubicBezTo>
                  <a:pt x="87273" y="128528"/>
                  <a:pt x="84118" y="119836"/>
                  <a:pt x="81498" y="111442"/>
                </a:cubicBezTo>
                <a:close/>
                <a:moveTo>
                  <a:pt x="97810" y="152460"/>
                </a:moveTo>
                <a:cubicBezTo>
                  <a:pt x="101739" y="144244"/>
                  <a:pt x="106025" y="136208"/>
                  <a:pt x="110550" y="128290"/>
                </a:cubicBezTo>
                <a:cubicBezTo>
                  <a:pt x="115074" y="120372"/>
                  <a:pt x="119955" y="112693"/>
                  <a:pt x="125075" y="105132"/>
                </a:cubicBezTo>
                <a:cubicBezTo>
                  <a:pt x="134005" y="104477"/>
                  <a:pt x="143113" y="104120"/>
                  <a:pt x="152400" y="104120"/>
                </a:cubicBezTo>
                <a:cubicBezTo>
                  <a:pt x="161687" y="104120"/>
                  <a:pt x="170855" y="104477"/>
                  <a:pt x="179725" y="105132"/>
                </a:cubicBezTo>
                <a:cubicBezTo>
                  <a:pt x="184785" y="112633"/>
                  <a:pt x="189607" y="120313"/>
                  <a:pt x="194191" y="128171"/>
                </a:cubicBezTo>
                <a:cubicBezTo>
                  <a:pt x="198775" y="136029"/>
                  <a:pt x="203061" y="144066"/>
                  <a:pt x="207109" y="152221"/>
                </a:cubicBezTo>
                <a:cubicBezTo>
                  <a:pt x="203121" y="160437"/>
                  <a:pt x="198834" y="168533"/>
                  <a:pt x="194250" y="176510"/>
                </a:cubicBezTo>
                <a:cubicBezTo>
                  <a:pt x="189726" y="184428"/>
                  <a:pt x="184904" y="192107"/>
                  <a:pt x="179844" y="199727"/>
                </a:cubicBezTo>
                <a:cubicBezTo>
                  <a:pt x="170974" y="200382"/>
                  <a:pt x="161746" y="200680"/>
                  <a:pt x="152400" y="200680"/>
                </a:cubicBezTo>
                <a:cubicBezTo>
                  <a:pt x="143054" y="200680"/>
                  <a:pt x="134005" y="200382"/>
                  <a:pt x="125254" y="199846"/>
                </a:cubicBezTo>
                <a:cubicBezTo>
                  <a:pt x="120075" y="192286"/>
                  <a:pt x="115193" y="184547"/>
                  <a:pt x="110609" y="176629"/>
                </a:cubicBezTo>
                <a:cubicBezTo>
                  <a:pt x="106025" y="168712"/>
                  <a:pt x="101798" y="160675"/>
                  <a:pt x="97810" y="152460"/>
                </a:cubicBezTo>
                <a:close/>
                <a:moveTo>
                  <a:pt x="205323" y="182940"/>
                </a:moveTo>
                <a:cubicBezTo>
                  <a:pt x="208359" y="177701"/>
                  <a:pt x="211217" y="172403"/>
                  <a:pt x="214015" y="167045"/>
                </a:cubicBezTo>
                <a:cubicBezTo>
                  <a:pt x="217825" y="175677"/>
                  <a:pt x="221159" y="184428"/>
                  <a:pt x="224076" y="193417"/>
                </a:cubicBezTo>
                <a:cubicBezTo>
                  <a:pt x="214848" y="195501"/>
                  <a:pt x="205502" y="197108"/>
                  <a:pt x="196096" y="198180"/>
                </a:cubicBezTo>
                <a:cubicBezTo>
                  <a:pt x="199311" y="193179"/>
                  <a:pt x="202347" y="188059"/>
                  <a:pt x="205323" y="182940"/>
                </a:cubicBezTo>
                <a:close/>
                <a:moveTo>
                  <a:pt x="213896" y="137398"/>
                </a:moveTo>
                <a:cubicBezTo>
                  <a:pt x="211098" y="132159"/>
                  <a:pt x="208240" y="126921"/>
                  <a:pt x="205264" y="121801"/>
                </a:cubicBezTo>
                <a:cubicBezTo>
                  <a:pt x="202347" y="116741"/>
                  <a:pt x="199311" y="111740"/>
                  <a:pt x="196155" y="106799"/>
                </a:cubicBezTo>
                <a:cubicBezTo>
                  <a:pt x="205740" y="107990"/>
                  <a:pt x="214908" y="109597"/>
                  <a:pt x="223480" y="111562"/>
                </a:cubicBezTo>
                <a:cubicBezTo>
                  <a:pt x="220742" y="120372"/>
                  <a:pt x="217527" y="128945"/>
                  <a:pt x="213896" y="137398"/>
                </a:cubicBezTo>
                <a:close/>
                <a:moveTo>
                  <a:pt x="152519" y="70425"/>
                </a:moveTo>
                <a:cubicBezTo>
                  <a:pt x="158770" y="77212"/>
                  <a:pt x="164663" y="84356"/>
                  <a:pt x="170140" y="91738"/>
                </a:cubicBezTo>
                <a:cubicBezTo>
                  <a:pt x="158353" y="91202"/>
                  <a:pt x="146506" y="91202"/>
                  <a:pt x="134719" y="91738"/>
                </a:cubicBezTo>
                <a:cubicBezTo>
                  <a:pt x="140553" y="84058"/>
                  <a:pt x="146566" y="76914"/>
                  <a:pt x="152519" y="70425"/>
                </a:cubicBezTo>
                <a:close/>
                <a:moveTo>
                  <a:pt x="83463" y="33933"/>
                </a:moveTo>
                <a:cubicBezTo>
                  <a:pt x="93464" y="28099"/>
                  <a:pt x="115669" y="36433"/>
                  <a:pt x="139065" y="57150"/>
                </a:cubicBezTo>
                <a:cubicBezTo>
                  <a:pt x="140553" y="58460"/>
                  <a:pt x="142042" y="59888"/>
                  <a:pt x="143589" y="61317"/>
                </a:cubicBezTo>
                <a:cubicBezTo>
                  <a:pt x="134362" y="71259"/>
                  <a:pt x="125849" y="81855"/>
                  <a:pt x="118050" y="92928"/>
                </a:cubicBezTo>
                <a:cubicBezTo>
                  <a:pt x="104596" y="94119"/>
                  <a:pt x="91261" y="96203"/>
                  <a:pt x="78045" y="99120"/>
                </a:cubicBezTo>
                <a:cubicBezTo>
                  <a:pt x="77272" y="96083"/>
                  <a:pt x="76617" y="92988"/>
                  <a:pt x="75962" y="89892"/>
                </a:cubicBezTo>
                <a:cubicBezTo>
                  <a:pt x="70366" y="61079"/>
                  <a:pt x="74057" y="39350"/>
                  <a:pt x="83463" y="33933"/>
                </a:cubicBezTo>
                <a:close/>
                <a:moveTo>
                  <a:pt x="68878" y="190857"/>
                </a:moveTo>
                <a:cubicBezTo>
                  <a:pt x="66377" y="190143"/>
                  <a:pt x="63937" y="189369"/>
                  <a:pt x="61496" y="188535"/>
                </a:cubicBezTo>
                <a:cubicBezTo>
                  <a:pt x="48816" y="184547"/>
                  <a:pt x="34409" y="178237"/>
                  <a:pt x="23991" y="169962"/>
                </a:cubicBezTo>
                <a:cubicBezTo>
                  <a:pt x="17978" y="165795"/>
                  <a:pt x="13930" y="159365"/>
                  <a:pt x="12799" y="152162"/>
                </a:cubicBezTo>
                <a:cubicBezTo>
                  <a:pt x="12799" y="141268"/>
                  <a:pt x="31611" y="127337"/>
                  <a:pt x="58757" y="117872"/>
                </a:cubicBezTo>
                <a:cubicBezTo>
                  <a:pt x="62151" y="116681"/>
                  <a:pt x="65603" y="115610"/>
                  <a:pt x="69056" y="114598"/>
                </a:cubicBezTo>
                <a:cubicBezTo>
                  <a:pt x="73104" y="127516"/>
                  <a:pt x="77986" y="140196"/>
                  <a:pt x="83641" y="152460"/>
                </a:cubicBezTo>
                <a:cubicBezTo>
                  <a:pt x="77926" y="164902"/>
                  <a:pt x="72985" y="177760"/>
                  <a:pt x="68878" y="190857"/>
                </a:cubicBezTo>
                <a:close/>
                <a:moveTo>
                  <a:pt x="138291" y="249198"/>
                </a:moveTo>
                <a:cubicBezTo>
                  <a:pt x="128468" y="258187"/>
                  <a:pt x="117098" y="265331"/>
                  <a:pt x="104715" y="270212"/>
                </a:cubicBezTo>
                <a:cubicBezTo>
                  <a:pt x="98108" y="273368"/>
                  <a:pt x="90488" y="273665"/>
                  <a:pt x="83701" y="270986"/>
                </a:cubicBezTo>
                <a:cubicBezTo>
                  <a:pt x="74235" y="265509"/>
                  <a:pt x="70306" y="244495"/>
                  <a:pt x="75664" y="216218"/>
                </a:cubicBezTo>
                <a:cubicBezTo>
                  <a:pt x="76319" y="212884"/>
                  <a:pt x="77033" y="209550"/>
                  <a:pt x="77867" y="206276"/>
                </a:cubicBezTo>
                <a:cubicBezTo>
                  <a:pt x="91202" y="209133"/>
                  <a:pt x="104656" y="211098"/>
                  <a:pt x="118289" y="212110"/>
                </a:cubicBezTo>
                <a:cubicBezTo>
                  <a:pt x="126147" y="223242"/>
                  <a:pt x="134779" y="233898"/>
                  <a:pt x="144006" y="243900"/>
                </a:cubicBezTo>
                <a:cubicBezTo>
                  <a:pt x="142101" y="245745"/>
                  <a:pt x="140196" y="247531"/>
                  <a:pt x="138291" y="249198"/>
                </a:cubicBezTo>
                <a:close/>
                <a:moveTo>
                  <a:pt x="152876" y="234732"/>
                </a:moveTo>
                <a:cubicBezTo>
                  <a:pt x="146804" y="228183"/>
                  <a:pt x="140732" y="220920"/>
                  <a:pt x="134838" y="213122"/>
                </a:cubicBezTo>
                <a:cubicBezTo>
                  <a:pt x="140553" y="213360"/>
                  <a:pt x="146447" y="213479"/>
                  <a:pt x="152400" y="213479"/>
                </a:cubicBezTo>
                <a:cubicBezTo>
                  <a:pt x="158532" y="213479"/>
                  <a:pt x="164544" y="213360"/>
                  <a:pt x="170497" y="213062"/>
                </a:cubicBezTo>
                <a:cubicBezTo>
                  <a:pt x="165021" y="220623"/>
                  <a:pt x="159127" y="227826"/>
                  <a:pt x="152876" y="234732"/>
                </a:cubicBezTo>
                <a:close/>
                <a:moveTo>
                  <a:pt x="230684" y="252591"/>
                </a:moveTo>
                <a:cubicBezTo>
                  <a:pt x="230148" y="259854"/>
                  <a:pt x="226576" y="266640"/>
                  <a:pt x="220861" y="271224"/>
                </a:cubicBezTo>
                <a:cubicBezTo>
                  <a:pt x="211395" y="276701"/>
                  <a:pt x="191214" y="269558"/>
                  <a:pt x="169426" y="250865"/>
                </a:cubicBezTo>
                <a:cubicBezTo>
                  <a:pt x="166926" y="248722"/>
                  <a:pt x="164425" y="246400"/>
                  <a:pt x="161865" y="244019"/>
                </a:cubicBezTo>
                <a:cubicBezTo>
                  <a:pt x="170974" y="233958"/>
                  <a:pt x="179368" y="223302"/>
                  <a:pt x="186988" y="212110"/>
                </a:cubicBezTo>
                <a:cubicBezTo>
                  <a:pt x="200620" y="210979"/>
                  <a:pt x="214193" y="208895"/>
                  <a:pt x="227588" y="205859"/>
                </a:cubicBezTo>
                <a:cubicBezTo>
                  <a:pt x="228183" y="208300"/>
                  <a:pt x="228719" y="210741"/>
                  <a:pt x="229195" y="213122"/>
                </a:cubicBezTo>
                <a:cubicBezTo>
                  <a:pt x="232112" y="225981"/>
                  <a:pt x="232589" y="239375"/>
                  <a:pt x="230684" y="252591"/>
                </a:cubicBezTo>
                <a:close/>
                <a:moveTo>
                  <a:pt x="241518" y="188595"/>
                </a:moveTo>
                <a:cubicBezTo>
                  <a:pt x="239851" y="189131"/>
                  <a:pt x="238185" y="189667"/>
                  <a:pt x="236458" y="190143"/>
                </a:cubicBezTo>
                <a:cubicBezTo>
                  <a:pt x="232291" y="177165"/>
                  <a:pt x="227171" y="164485"/>
                  <a:pt x="221278" y="152162"/>
                </a:cubicBezTo>
                <a:cubicBezTo>
                  <a:pt x="226993" y="140018"/>
                  <a:pt x="231815" y="127516"/>
                  <a:pt x="235863" y="114717"/>
                </a:cubicBezTo>
                <a:cubicBezTo>
                  <a:pt x="238958" y="115610"/>
                  <a:pt x="241935" y="116562"/>
                  <a:pt x="244793" y="117515"/>
                </a:cubicBezTo>
                <a:cubicBezTo>
                  <a:pt x="272534" y="127040"/>
                  <a:pt x="292001" y="141208"/>
                  <a:pt x="292001" y="152043"/>
                </a:cubicBezTo>
                <a:cubicBezTo>
                  <a:pt x="292001" y="163711"/>
                  <a:pt x="271224" y="178772"/>
                  <a:pt x="241518" y="188595"/>
                </a:cubicBezTo>
                <a:close/>
                <a:moveTo>
                  <a:pt x="152400" y="179665"/>
                </a:moveTo>
                <a:cubicBezTo>
                  <a:pt x="167448" y="179665"/>
                  <a:pt x="179665" y="167448"/>
                  <a:pt x="179665" y="152400"/>
                </a:cubicBezTo>
                <a:cubicBezTo>
                  <a:pt x="179665" y="137352"/>
                  <a:pt x="167448" y="125135"/>
                  <a:pt x="152400" y="125135"/>
                </a:cubicBezTo>
                <a:cubicBezTo>
                  <a:pt x="137352" y="125135"/>
                  <a:pt x="125135" y="137352"/>
                  <a:pt x="125135" y="152400"/>
                </a:cubicBezTo>
                <a:cubicBezTo>
                  <a:pt x="125135" y="167448"/>
                  <a:pt x="137352" y="179665"/>
                  <a:pt x="152400" y="179665"/>
                </a:cubicBezTo>
                <a:close/>
              </a:path>
            </a:pathLst>
          </a:custGeom>
          <a:solidFill>
            <a:srgbClr val="FFFFFF"/>
          </a:solidFill>
        </p:spPr>
      </p:sp>
      <p:sp>
        <p:nvSpPr>
          <p:cNvPr id="8" name="Text 4"/>
          <p:cNvSpPr/>
          <p:nvPr>
            <p:custDataLst>
              <p:tags r:id="rId6"/>
            </p:custDataLst>
          </p:nvPr>
        </p:nvSpPr>
        <p:spPr>
          <a:xfrm>
            <a:off x="1270000" y="2057400"/>
            <a:ext cx="4064000" cy="355600"/>
          </a:xfrm>
          <a:prstGeom prst="rect">
            <a:avLst/>
          </a:prstGeom>
          <a:noFill/>
        </p:spPr>
        <p:txBody>
          <a:bodyPr wrap="square" lIns="0" tIns="0" rIns="0" bIns="0" rtlCol="0" anchor="ctr"/>
          <a:lstStyle/>
          <a:p>
            <a:pPr marL="0" indent="0">
              <a:lnSpc>
                <a:spcPct val="130000"/>
              </a:lnSpc>
              <a:buNone/>
            </a:pPr>
            <a:r>
              <a:rPr lang="en-US" altLang="en-US" sz="1600" dirty="0"/>
              <a:t>●</a:t>
            </a:r>
            <a:r>
              <a:rPr lang="zh-CN" altLang="en-US" sz="1600" dirty="0"/>
              <a:t>课题重点：</a:t>
            </a:r>
            <a:endParaRPr lang="zh-CN" altLang="en-US" sz="1600" dirty="0"/>
          </a:p>
        </p:txBody>
      </p:sp>
      <p:sp>
        <p:nvSpPr>
          <p:cNvPr id="9" name="Text 5"/>
          <p:cNvSpPr/>
          <p:nvPr>
            <p:custDataLst>
              <p:tags r:id="rId7"/>
            </p:custDataLst>
          </p:nvPr>
        </p:nvSpPr>
        <p:spPr>
          <a:xfrm>
            <a:off x="1270000" y="2413000"/>
            <a:ext cx="4064000" cy="254000"/>
          </a:xfrm>
          <a:prstGeom prst="rect">
            <a:avLst/>
          </a:prstGeom>
          <a:noFill/>
        </p:spPr>
        <p:txBody>
          <a:bodyPr wrap="square" lIns="0" tIns="0" rIns="0" bIns="0" rtlCol="0" anchor="ctr"/>
          <a:lstStyle/>
          <a:p>
            <a:pPr marL="0" indent="0">
              <a:lnSpc>
                <a:spcPct val="120000"/>
              </a:lnSpc>
              <a:buNone/>
            </a:pPr>
            <a:endParaRPr lang="en-US" sz="1600" dirty="0"/>
          </a:p>
        </p:txBody>
      </p:sp>
      <p:sp>
        <p:nvSpPr>
          <p:cNvPr id="10" name="Shape 6"/>
          <p:cNvSpPr/>
          <p:nvPr>
            <p:custDataLst>
              <p:tags r:id="rId8"/>
            </p:custDataLst>
          </p:nvPr>
        </p:nvSpPr>
        <p:spPr>
          <a:xfrm>
            <a:off x="6197600" y="1016000"/>
            <a:ext cx="5740400" cy="2692400"/>
          </a:xfrm>
          <a:custGeom>
            <a:avLst/>
            <a:gdLst/>
            <a:ahLst/>
            <a:cxnLst/>
            <a:rect l="l" t="t" r="r" b="b"/>
            <a:pathLst>
              <a:path w="5740400" h="2692400">
                <a:moveTo>
                  <a:pt x="101611" y="0"/>
                </a:moveTo>
                <a:lnTo>
                  <a:pt x="5638789" y="0"/>
                </a:lnTo>
                <a:cubicBezTo>
                  <a:pt x="5694907" y="0"/>
                  <a:pt x="5740400" y="45493"/>
                  <a:pt x="5740400" y="101611"/>
                </a:cubicBezTo>
                <a:lnTo>
                  <a:pt x="5740400" y="2590789"/>
                </a:lnTo>
                <a:cubicBezTo>
                  <a:pt x="5740400" y="2646907"/>
                  <a:pt x="5694907" y="2692400"/>
                  <a:pt x="5638789" y="2692400"/>
                </a:cubicBezTo>
                <a:lnTo>
                  <a:pt x="101611" y="2692400"/>
                </a:lnTo>
                <a:cubicBezTo>
                  <a:pt x="45493" y="2692400"/>
                  <a:pt x="0" y="2646907"/>
                  <a:pt x="0" y="2590789"/>
                </a:cubicBezTo>
                <a:lnTo>
                  <a:pt x="0" y="101611"/>
                </a:lnTo>
                <a:cubicBezTo>
                  <a:pt x="0" y="45530"/>
                  <a:pt x="45530" y="0"/>
                  <a:pt x="101611" y="0"/>
                </a:cubicBezTo>
                <a:close/>
              </a:path>
            </a:pathLst>
          </a:custGeom>
          <a:solidFill>
            <a:srgbClr val="8EB8F8">
              <a:alpha val="13333"/>
            </a:srgbClr>
          </a:solidFill>
        </p:spPr>
      </p:sp>
      <p:sp>
        <p:nvSpPr>
          <p:cNvPr id="11" name="Shape 7"/>
          <p:cNvSpPr/>
          <p:nvPr>
            <p:custDataLst>
              <p:tags r:id="rId9"/>
            </p:custDataLst>
          </p:nvPr>
        </p:nvSpPr>
        <p:spPr>
          <a:xfrm>
            <a:off x="6400800" y="2057400"/>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8EB8F8"/>
          </a:solidFill>
        </p:spPr>
      </p:sp>
      <p:sp>
        <p:nvSpPr>
          <p:cNvPr id="12" name="Shape 8"/>
          <p:cNvSpPr/>
          <p:nvPr>
            <p:custDataLst>
              <p:tags r:id="rId10"/>
            </p:custDataLst>
          </p:nvPr>
        </p:nvSpPr>
        <p:spPr>
          <a:xfrm>
            <a:off x="6553200" y="2209800"/>
            <a:ext cx="304800" cy="304800"/>
          </a:xfrm>
          <a:custGeom>
            <a:avLst/>
            <a:gdLst/>
            <a:ahLst/>
            <a:cxnLst/>
            <a:rect l="l" t="t" r="r" b="b"/>
            <a:pathLst>
              <a:path w="304800" h="304800">
                <a:moveTo>
                  <a:pt x="280571" y="3989"/>
                </a:moveTo>
                <a:cubicBezTo>
                  <a:pt x="284381" y="357"/>
                  <a:pt x="289917" y="-952"/>
                  <a:pt x="295037" y="714"/>
                </a:cubicBezTo>
                <a:cubicBezTo>
                  <a:pt x="300871" y="2679"/>
                  <a:pt x="304800" y="8156"/>
                  <a:pt x="304800" y="14288"/>
                </a:cubicBezTo>
                <a:lnTo>
                  <a:pt x="304800" y="125551"/>
                </a:lnTo>
                <a:cubicBezTo>
                  <a:pt x="304800" y="203656"/>
                  <a:pt x="240447" y="266700"/>
                  <a:pt x="162639" y="266700"/>
                </a:cubicBezTo>
                <a:cubicBezTo>
                  <a:pt x="116800" y="266700"/>
                  <a:pt x="77272" y="237232"/>
                  <a:pt x="62925" y="196036"/>
                </a:cubicBezTo>
                <a:cubicBezTo>
                  <a:pt x="41850" y="214372"/>
                  <a:pt x="28575" y="241340"/>
                  <a:pt x="28575" y="271463"/>
                </a:cubicBezTo>
                <a:cubicBezTo>
                  <a:pt x="28575" y="279380"/>
                  <a:pt x="22205" y="285750"/>
                  <a:pt x="14287" y="285750"/>
                </a:cubicBezTo>
                <a:cubicBezTo>
                  <a:pt x="6370" y="285750"/>
                  <a:pt x="0" y="279380"/>
                  <a:pt x="0" y="271463"/>
                </a:cubicBezTo>
                <a:cubicBezTo>
                  <a:pt x="0" y="226874"/>
                  <a:pt x="22741" y="187583"/>
                  <a:pt x="57210" y="164485"/>
                </a:cubicBezTo>
                <a:cubicBezTo>
                  <a:pt x="78224" y="150435"/>
                  <a:pt x="103287" y="142875"/>
                  <a:pt x="128588" y="142875"/>
                </a:cubicBezTo>
                <a:lnTo>
                  <a:pt x="176212" y="142875"/>
                </a:lnTo>
                <a:cubicBezTo>
                  <a:pt x="184130" y="142875"/>
                  <a:pt x="190500" y="136505"/>
                  <a:pt x="190500" y="128588"/>
                </a:cubicBezTo>
                <a:cubicBezTo>
                  <a:pt x="190500" y="120670"/>
                  <a:pt x="184130" y="114300"/>
                  <a:pt x="176212" y="114300"/>
                </a:cubicBezTo>
                <a:lnTo>
                  <a:pt x="128588" y="114300"/>
                </a:lnTo>
                <a:cubicBezTo>
                  <a:pt x="104954" y="114300"/>
                  <a:pt x="82570" y="119539"/>
                  <a:pt x="62508" y="128885"/>
                </a:cubicBezTo>
                <a:cubicBezTo>
                  <a:pt x="76379" y="87213"/>
                  <a:pt x="115610" y="57150"/>
                  <a:pt x="161925" y="57150"/>
                </a:cubicBezTo>
                <a:cubicBezTo>
                  <a:pt x="201454" y="57150"/>
                  <a:pt x="230862" y="43994"/>
                  <a:pt x="250448" y="30956"/>
                </a:cubicBezTo>
                <a:cubicBezTo>
                  <a:pt x="261878" y="23336"/>
                  <a:pt x="271582" y="14228"/>
                  <a:pt x="280630" y="3989"/>
                </a:cubicBezTo>
                <a:close/>
              </a:path>
            </a:pathLst>
          </a:custGeom>
          <a:solidFill>
            <a:srgbClr val="FFFFFF"/>
          </a:solidFill>
        </p:spPr>
      </p:sp>
      <p:sp>
        <p:nvSpPr>
          <p:cNvPr id="13" name="Text 9"/>
          <p:cNvSpPr/>
          <p:nvPr>
            <p:custDataLst>
              <p:tags r:id="rId11"/>
            </p:custDataLst>
          </p:nvPr>
        </p:nvSpPr>
        <p:spPr>
          <a:xfrm>
            <a:off x="7213600" y="2057400"/>
            <a:ext cx="3708400" cy="355600"/>
          </a:xfrm>
          <a:prstGeom prst="rect">
            <a:avLst/>
          </a:prstGeom>
          <a:noFill/>
        </p:spPr>
        <p:txBody>
          <a:bodyPr wrap="square" lIns="0" tIns="0" rIns="0" bIns="0" rtlCol="0" anchor="ctr"/>
          <a:lstStyle/>
          <a:p>
            <a:pPr marL="0" indent="0">
              <a:lnSpc>
                <a:spcPct val="130000"/>
              </a:lnSpc>
              <a:buNone/>
            </a:pPr>
            <a:endParaRPr lang="en-US" sz="1600" dirty="0"/>
          </a:p>
        </p:txBody>
      </p:sp>
      <p:sp>
        <p:nvSpPr>
          <p:cNvPr id="14" name="Text 10"/>
          <p:cNvSpPr/>
          <p:nvPr>
            <p:custDataLst>
              <p:tags r:id="rId12"/>
            </p:custDataLst>
          </p:nvPr>
        </p:nvSpPr>
        <p:spPr>
          <a:xfrm>
            <a:off x="7213600" y="2413000"/>
            <a:ext cx="3708400" cy="254000"/>
          </a:xfrm>
          <a:prstGeom prst="rect">
            <a:avLst/>
          </a:prstGeom>
          <a:noFill/>
        </p:spPr>
        <p:txBody>
          <a:bodyPr wrap="square" lIns="0" tIns="0" rIns="0" bIns="0" rtlCol="0" anchor="ctr"/>
          <a:lstStyle/>
          <a:p>
            <a:pPr marL="0" indent="0">
              <a:lnSpc>
                <a:spcPct val="120000"/>
              </a:lnSpc>
              <a:buNone/>
            </a:pPr>
            <a:r>
              <a:rPr lang="en-US" altLang="zh-CN" sz="1600" dirty="0"/>
              <a:t>1.</a:t>
            </a:r>
            <a:r>
              <a:rPr lang="zh-CN" altLang="en-US" sz="1600" dirty="0"/>
              <a:t>掌握并熟练运用</a:t>
            </a:r>
            <a:r>
              <a:rPr lang="en-US" altLang="zh-CN" sz="1600" dirty="0"/>
              <a:t>React.js</a:t>
            </a:r>
            <a:r>
              <a:rPr lang="zh-CN" altLang="en-US" sz="1600" dirty="0"/>
              <a:t>及其相关技术栈构建复杂的单页应用。</a:t>
            </a:r>
            <a:endParaRPr lang="zh-CN" altLang="en-US" sz="1600" dirty="0"/>
          </a:p>
          <a:p>
            <a:pPr marL="0" indent="0">
              <a:lnSpc>
                <a:spcPct val="120000"/>
              </a:lnSpc>
              <a:buNone/>
            </a:pPr>
            <a:r>
              <a:rPr lang="en-US" altLang="zh-CN" sz="1600" dirty="0"/>
              <a:t>2.</a:t>
            </a:r>
            <a:r>
              <a:rPr lang="zh-CN" altLang="en-US" sz="1600" dirty="0"/>
              <a:t>掌握使用</a:t>
            </a:r>
            <a:r>
              <a:rPr lang="en-US" altLang="zh-CN" sz="1600" dirty="0"/>
              <a:t>Node.js</a:t>
            </a:r>
            <a:r>
              <a:rPr lang="zh-CN" altLang="en-US" sz="1600" dirty="0"/>
              <a:t>与</a:t>
            </a:r>
            <a:r>
              <a:rPr lang="en-US" altLang="zh-CN" sz="1600" dirty="0"/>
              <a:t>Koa.js</a:t>
            </a:r>
            <a:r>
              <a:rPr lang="zh-CN" altLang="en-US" sz="1600" dirty="0"/>
              <a:t>框架搭建高性能后端服务的方法。</a:t>
            </a:r>
            <a:endParaRPr lang="zh-CN" altLang="en-US" sz="1600" dirty="0"/>
          </a:p>
          <a:p>
            <a:pPr marL="0" indent="0">
              <a:lnSpc>
                <a:spcPct val="120000"/>
              </a:lnSpc>
              <a:buNone/>
            </a:pPr>
            <a:r>
              <a:rPr lang="en-US" altLang="zh-CN" sz="1600" dirty="0"/>
              <a:t>3.</a:t>
            </a:r>
            <a:r>
              <a:rPr lang="zh-CN" altLang="en-US" sz="1600" dirty="0"/>
              <a:t>实现前后端分离架构下的数据交互与业务逻辑。</a:t>
            </a:r>
            <a:endParaRPr lang="zh-CN" altLang="en-US" sz="1600" dirty="0"/>
          </a:p>
          <a:p>
            <a:pPr marL="0" indent="0">
              <a:lnSpc>
                <a:spcPct val="120000"/>
              </a:lnSpc>
              <a:buNone/>
            </a:pPr>
            <a:r>
              <a:rPr lang="en-US" altLang="zh-CN" sz="1600" dirty="0"/>
              <a:t>4.</a:t>
            </a:r>
            <a:r>
              <a:rPr lang="zh-CN" altLang="en-US" sz="1600" dirty="0"/>
              <a:t>设计合理的</a:t>
            </a:r>
            <a:r>
              <a:rPr lang="en-US" altLang="zh-CN" sz="1600" dirty="0"/>
              <a:t>PostgreSQL</a:t>
            </a:r>
            <a:r>
              <a:rPr lang="zh-CN" altLang="en-US" sz="1600" dirty="0"/>
              <a:t>数据库模型以支撑业务需求。</a:t>
            </a:r>
            <a:endParaRPr lang="zh-CN" altLang="en-US" sz="1600" dirty="0"/>
          </a:p>
        </p:txBody>
      </p:sp>
      <p:sp>
        <p:nvSpPr>
          <p:cNvPr id="15" name="Shape 11"/>
          <p:cNvSpPr/>
          <p:nvPr>
            <p:custDataLst>
              <p:tags r:id="rId13"/>
            </p:custDataLst>
          </p:nvPr>
        </p:nvSpPr>
        <p:spPr>
          <a:xfrm>
            <a:off x="254000" y="3911600"/>
            <a:ext cx="5740400" cy="2692400"/>
          </a:xfrm>
          <a:custGeom>
            <a:avLst/>
            <a:gdLst/>
            <a:ahLst/>
            <a:cxnLst/>
            <a:rect l="l" t="t" r="r" b="b"/>
            <a:pathLst>
              <a:path w="5740400" h="2692400">
                <a:moveTo>
                  <a:pt x="101611" y="0"/>
                </a:moveTo>
                <a:lnTo>
                  <a:pt x="5638789" y="0"/>
                </a:lnTo>
                <a:cubicBezTo>
                  <a:pt x="5694907" y="0"/>
                  <a:pt x="5740400" y="45493"/>
                  <a:pt x="5740400" y="101611"/>
                </a:cubicBezTo>
                <a:lnTo>
                  <a:pt x="5740400" y="2590789"/>
                </a:lnTo>
                <a:cubicBezTo>
                  <a:pt x="5740400" y="2646907"/>
                  <a:pt x="5694907" y="2692400"/>
                  <a:pt x="5638789" y="2692400"/>
                </a:cubicBezTo>
                <a:lnTo>
                  <a:pt x="101611" y="2692400"/>
                </a:lnTo>
                <a:cubicBezTo>
                  <a:pt x="45493" y="2692400"/>
                  <a:pt x="0" y="2646907"/>
                  <a:pt x="0" y="2590789"/>
                </a:cubicBezTo>
                <a:lnTo>
                  <a:pt x="0" y="101611"/>
                </a:lnTo>
                <a:cubicBezTo>
                  <a:pt x="0" y="45530"/>
                  <a:pt x="45530" y="0"/>
                  <a:pt x="101611" y="0"/>
                </a:cubicBezTo>
                <a:close/>
              </a:path>
            </a:pathLst>
          </a:custGeom>
          <a:solidFill>
            <a:srgbClr val="F8A8D8">
              <a:alpha val="13333"/>
            </a:srgbClr>
          </a:solidFill>
        </p:spPr>
      </p:sp>
      <p:sp>
        <p:nvSpPr>
          <p:cNvPr id="16" name="Shape 12"/>
          <p:cNvSpPr/>
          <p:nvPr>
            <p:custDataLst>
              <p:tags r:id="rId14"/>
            </p:custDataLst>
          </p:nvPr>
        </p:nvSpPr>
        <p:spPr>
          <a:xfrm>
            <a:off x="457200" y="4953000"/>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F8A8D8"/>
          </a:solidFill>
        </p:spPr>
      </p:sp>
      <p:sp>
        <p:nvSpPr>
          <p:cNvPr id="17" name="Shape 13"/>
          <p:cNvSpPr/>
          <p:nvPr>
            <p:custDataLst>
              <p:tags r:id="rId15"/>
            </p:custDataLst>
          </p:nvPr>
        </p:nvSpPr>
        <p:spPr>
          <a:xfrm>
            <a:off x="628650" y="5105400"/>
            <a:ext cx="266700" cy="304800"/>
          </a:xfrm>
          <a:custGeom>
            <a:avLst/>
            <a:gdLst/>
            <a:ahLst/>
            <a:cxnLst/>
            <a:rect l="l" t="t" r="r" b="b"/>
            <a:pathLst>
              <a:path w="266700" h="304800">
                <a:moveTo>
                  <a:pt x="266700" y="122515"/>
                </a:moveTo>
                <a:cubicBezTo>
                  <a:pt x="257889" y="128349"/>
                  <a:pt x="247769" y="133052"/>
                  <a:pt x="237232" y="136803"/>
                </a:cubicBezTo>
                <a:cubicBezTo>
                  <a:pt x="209252" y="146804"/>
                  <a:pt x="172522" y="152400"/>
                  <a:pt x="133350" y="152400"/>
                </a:cubicBezTo>
                <a:cubicBezTo>
                  <a:pt x="94178" y="152400"/>
                  <a:pt x="57388" y="146745"/>
                  <a:pt x="29468" y="136803"/>
                </a:cubicBezTo>
                <a:cubicBezTo>
                  <a:pt x="18990" y="133052"/>
                  <a:pt x="8811" y="128349"/>
                  <a:pt x="0" y="122515"/>
                </a:cubicBezTo>
                <a:lnTo>
                  <a:pt x="0" y="171450"/>
                </a:lnTo>
                <a:cubicBezTo>
                  <a:pt x="0" y="197763"/>
                  <a:pt x="59710" y="219075"/>
                  <a:pt x="133350" y="219075"/>
                </a:cubicBezTo>
                <a:cubicBezTo>
                  <a:pt x="206990" y="219075"/>
                  <a:pt x="266700" y="197763"/>
                  <a:pt x="266700" y="171450"/>
                </a:cubicBezTo>
                <a:lnTo>
                  <a:pt x="266700" y="122515"/>
                </a:lnTo>
                <a:close/>
                <a:moveTo>
                  <a:pt x="266700" y="76200"/>
                </a:moveTo>
                <a:lnTo>
                  <a:pt x="266700" y="47625"/>
                </a:lnTo>
                <a:cubicBezTo>
                  <a:pt x="266700" y="21312"/>
                  <a:pt x="206990" y="0"/>
                  <a:pt x="133350" y="0"/>
                </a:cubicBezTo>
                <a:cubicBezTo>
                  <a:pt x="59710" y="0"/>
                  <a:pt x="0" y="21312"/>
                  <a:pt x="0" y="47625"/>
                </a:cubicBezTo>
                <a:lnTo>
                  <a:pt x="0" y="76200"/>
                </a:lnTo>
                <a:cubicBezTo>
                  <a:pt x="0" y="102513"/>
                  <a:pt x="59710" y="123825"/>
                  <a:pt x="133350" y="123825"/>
                </a:cubicBezTo>
                <a:cubicBezTo>
                  <a:pt x="206990" y="123825"/>
                  <a:pt x="266700" y="102513"/>
                  <a:pt x="266700" y="76200"/>
                </a:cubicBezTo>
                <a:close/>
                <a:moveTo>
                  <a:pt x="237232" y="232053"/>
                </a:moveTo>
                <a:cubicBezTo>
                  <a:pt x="209312" y="241995"/>
                  <a:pt x="172581" y="247650"/>
                  <a:pt x="133350" y="247650"/>
                </a:cubicBezTo>
                <a:cubicBezTo>
                  <a:pt x="94119" y="247650"/>
                  <a:pt x="57388" y="241995"/>
                  <a:pt x="29468" y="232053"/>
                </a:cubicBezTo>
                <a:cubicBezTo>
                  <a:pt x="18990" y="228302"/>
                  <a:pt x="8811" y="223599"/>
                  <a:pt x="0" y="217765"/>
                </a:cubicBezTo>
                <a:lnTo>
                  <a:pt x="0" y="257175"/>
                </a:lnTo>
                <a:cubicBezTo>
                  <a:pt x="0" y="283488"/>
                  <a:pt x="59710" y="304800"/>
                  <a:pt x="133350" y="304800"/>
                </a:cubicBezTo>
                <a:cubicBezTo>
                  <a:pt x="206990" y="304800"/>
                  <a:pt x="266700" y="283488"/>
                  <a:pt x="266700" y="257175"/>
                </a:cubicBezTo>
                <a:lnTo>
                  <a:pt x="266700" y="217765"/>
                </a:lnTo>
                <a:cubicBezTo>
                  <a:pt x="257889" y="223599"/>
                  <a:pt x="247769" y="228302"/>
                  <a:pt x="237232" y="232053"/>
                </a:cubicBezTo>
                <a:close/>
              </a:path>
            </a:pathLst>
          </a:custGeom>
          <a:solidFill>
            <a:srgbClr val="FFFFFF"/>
          </a:solidFill>
        </p:spPr>
      </p:sp>
      <p:sp>
        <p:nvSpPr>
          <p:cNvPr id="18" name="Text 14"/>
          <p:cNvSpPr/>
          <p:nvPr>
            <p:custDataLst>
              <p:tags r:id="rId16"/>
            </p:custDataLst>
          </p:nvPr>
        </p:nvSpPr>
        <p:spPr>
          <a:xfrm>
            <a:off x="1270000" y="4953000"/>
            <a:ext cx="4165600" cy="355600"/>
          </a:xfrm>
          <a:prstGeom prst="rect">
            <a:avLst/>
          </a:prstGeom>
          <a:noFill/>
        </p:spPr>
        <p:txBody>
          <a:bodyPr wrap="square" lIns="0" tIns="0" rIns="0" bIns="0" rtlCol="0" anchor="ctr"/>
          <a:lstStyle/>
          <a:p>
            <a:pPr marL="0" indent="0">
              <a:lnSpc>
                <a:spcPct val="130000"/>
              </a:lnSpc>
              <a:buNone/>
            </a:pPr>
            <a:r>
              <a:rPr lang="en-US" altLang="en-US" sz="1600" dirty="0"/>
              <a:t>●</a:t>
            </a:r>
            <a:r>
              <a:rPr lang="zh-CN" altLang="en-US" sz="1600" dirty="0"/>
              <a:t>课题难点：</a:t>
            </a:r>
            <a:endParaRPr lang="zh-CN" altLang="en-US" sz="1600" dirty="0"/>
          </a:p>
        </p:txBody>
      </p:sp>
      <p:sp>
        <p:nvSpPr>
          <p:cNvPr id="19" name="Text 15"/>
          <p:cNvSpPr/>
          <p:nvPr>
            <p:custDataLst>
              <p:tags r:id="rId17"/>
            </p:custDataLst>
          </p:nvPr>
        </p:nvSpPr>
        <p:spPr>
          <a:xfrm>
            <a:off x="1270000" y="5308600"/>
            <a:ext cx="4165600" cy="254000"/>
          </a:xfrm>
          <a:prstGeom prst="rect">
            <a:avLst/>
          </a:prstGeom>
          <a:noFill/>
        </p:spPr>
        <p:txBody>
          <a:bodyPr wrap="square" lIns="0" tIns="0" rIns="0" bIns="0" rtlCol="0" anchor="ctr"/>
          <a:lstStyle/>
          <a:p>
            <a:pPr marL="0" indent="0">
              <a:lnSpc>
                <a:spcPct val="120000"/>
              </a:lnSpc>
              <a:buNone/>
            </a:pPr>
            <a:endParaRPr lang="en-US" sz="1600" dirty="0"/>
          </a:p>
        </p:txBody>
      </p:sp>
      <p:sp>
        <p:nvSpPr>
          <p:cNvPr id="20" name="Shape 16"/>
          <p:cNvSpPr/>
          <p:nvPr>
            <p:custDataLst>
              <p:tags r:id="rId18"/>
            </p:custDataLst>
          </p:nvPr>
        </p:nvSpPr>
        <p:spPr>
          <a:xfrm>
            <a:off x="6197600" y="3911600"/>
            <a:ext cx="5740400" cy="2692400"/>
          </a:xfrm>
          <a:custGeom>
            <a:avLst/>
            <a:gdLst/>
            <a:ahLst/>
            <a:cxnLst/>
            <a:rect l="l" t="t" r="r" b="b"/>
            <a:pathLst>
              <a:path w="5740400" h="2692400">
                <a:moveTo>
                  <a:pt x="101611" y="0"/>
                </a:moveTo>
                <a:lnTo>
                  <a:pt x="5638789" y="0"/>
                </a:lnTo>
                <a:cubicBezTo>
                  <a:pt x="5694907" y="0"/>
                  <a:pt x="5740400" y="45493"/>
                  <a:pt x="5740400" y="101611"/>
                </a:cubicBezTo>
                <a:lnTo>
                  <a:pt x="5740400" y="2590789"/>
                </a:lnTo>
                <a:cubicBezTo>
                  <a:pt x="5740400" y="2646907"/>
                  <a:pt x="5694907" y="2692400"/>
                  <a:pt x="5638789" y="2692400"/>
                </a:cubicBezTo>
                <a:lnTo>
                  <a:pt x="101611" y="2692400"/>
                </a:lnTo>
                <a:cubicBezTo>
                  <a:pt x="45493" y="2692400"/>
                  <a:pt x="0" y="2646907"/>
                  <a:pt x="0" y="2590789"/>
                </a:cubicBezTo>
                <a:lnTo>
                  <a:pt x="0" y="101611"/>
                </a:lnTo>
                <a:cubicBezTo>
                  <a:pt x="0" y="45530"/>
                  <a:pt x="45530" y="0"/>
                  <a:pt x="101611" y="0"/>
                </a:cubicBezTo>
                <a:close/>
              </a:path>
            </a:pathLst>
          </a:custGeom>
          <a:solidFill>
            <a:srgbClr val="8A75F5">
              <a:alpha val="13333"/>
            </a:srgbClr>
          </a:solidFill>
        </p:spPr>
      </p:sp>
      <p:sp>
        <p:nvSpPr>
          <p:cNvPr id="21" name="Shape 17"/>
          <p:cNvSpPr/>
          <p:nvPr>
            <p:custDataLst>
              <p:tags r:id="rId19"/>
            </p:custDataLst>
          </p:nvPr>
        </p:nvSpPr>
        <p:spPr>
          <a:xfrm>
            <a:off x="6400800" y="4953000"/>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8A75F5">
              <a:alpha val="66667"/>
            </a:srgbClr>
          </a:solidFill>
        </p:spPr>
      </p:sp>
      <p:sp>
        <p:nvSpPr>
          <p:cNvPr id="22" name="Shape 18"/>
          <p:cNvSpPr/>
          <p:nvPr>
            <p:custDataLst>
              <p:tags r:id="rId20"/>
            </p:custDataLst>
          </p:nvPr>
        </p:nvSpPr>
        <p:spPr>
          <a:xfrm>
            <a:off x="6553200" y="5105400"/>
            <a:ext cx="304800" cy="304800"/>
          </a:xfrm>
          <a:custGeom>
            <a:avLst/>
            <a:gdLst/>
            <a:ahLst/>
            <a:cxnLst/>
            <a:rect l="l" t="t" r="r" b="b"/>
            <a:pathLst>
              <a:path w="304800" h="304800">
                <a:moveTo>
                  <a:pt x="133529" y="-1488"/>
                </a:moveTo>
                <a:cubicBezTo>
                  <a:pt x="145316" y="-8275"/>
                  <a:pt x="159841" y="-8275"/>
                  <a:pt x="171629" y="-1488"/>
                </a:cubicBezTo>
                <a:lnTo>
                  <a:pt x="276344" y="58936"/>
                </a:lnTo>
                <a:cubicBezTo>
                  <a:pt x="288131" y="65723"/>
                  <a:pt x="295394" y="78343"/>
                  <a:pt x="295394" y="91916"/>
                </a:cubicBezTo>
                <a:lnTo>
                  <a:pt x="295394" y="212765"/>
                </a:lnTo>
                <a:cubicBezTo>
                  <a:pt x="295394" y="226397"/>
                  <a:pt x="288131" y="238958"/>
                  <a:pt x="276344" y="245745"/>
                </a:cubicBezTo>
                <a:lnTo>
                  <a:pt x="171629" y="306288"/>
                </a:lnTo>
                <a:cubicBezTo>
                  <a:pt x="159841" y="313075"/>
                  <a:pt x="145316" y="313075"/>
                  <a:pt x="133529" y="306288"/>
                </a:cubicBezTo>
                <a:lnTo>
                  <a:pt x="28873" y="245864"/>
                </a:lnTo>
                <a:cubicBezTo>
                  <a:pt x="17085" y="239078"/>
                  <a:pt x="9823" y="226457"/>
                  <a:pt x="9823" y="212884"/>
                </a:cubicBezTo>
                <a:lnTo>
                  <a:pt x="9823" y="92035"/>
                </a:lnTo>
                <a:cubicBezTo>
                  <a:pt x="9823" y="78403"/>
                  <a:pt x="17085" y="65842"/>
                  <a:pt x="28873" y="59055"/>
                </a:cubicBezTo>
                <a:lnTo>
                  <a:pt x="133529" y="-1488"/>
                </a:lnTo>
                <a:close/>
                <a:moveTo>
                  <a:pt x="257235" y="212824"/>
                </a:moveTo>
                <a:lnTo>
                  <a:pt x="257235" y="113943"/>
                </a:lnTo>
                <a:lnTo>
                  <a:pt x="171629" y="163354"/>
                </a:lnTo>
                <a:lnTo>
                  <a:pt x="171629" y="262235"/>
                </a:lnTo>
                <a:lnTo>
                  <a:pt x="257235" y="212824"/>
                </a:lnTo>
                <a:close/>
              </a:path>
            </a:pathLst>
          </a:custGeom>
          <a:solidFill>
            <a:srgbClr val="FFFFFF"/>
          </a:solidFill>
        </p:spPr>
      </p:sp>
      <p:sp>
        <p:nvSpPr>
          <p:cNvPr id="23" name="Text 19"/>
          <p:cNvSpPr/>
          <p:nvPr>
            <p:custDataLst>
              <p:tags r:id="rId21"/>
            </p:custDataLst>
          </p:nvPr>
        </p:nvSpPr>
        <p:spPr>
          <a:xfrm>
            <a:off x="7213600" y="4953000"/>
            <a:ext cx="4064000" cy="355600"/>
          </a:xfrm>
          <a:prstGeom prst="rect">
            <a:avLst/>
          </a:prstGeom>
          <a:noFill/>
        </p:spPr>
        <p:txBody>
          <a:bodyPr wrap="square" lIns="0" tIns="0" rIns="0" bIns="0" rtlCol="0" anchor="ctr"/>
          <a:lstStyle/>
          <a:p>
            <a:pPr marL="0" indent="0">
              <a:lnSpc>
                <a:spcPct val="130000"/>
              </a:lnSpc>
              <a:buNone/>
            </a:pPr>
            <a:endParaRPr lang="en-US" sz="1600" dirty="0"/>
          </a:p>
        </p:txBody>
      </p:sp>
      <p:sp>
        <p:nvSpPr>
          <p:cNvPr id="24" name="Text 20"/>
          <p:cNvSpPr/>
          <p:nvPr>
            <p:custDataLst>
              <p:tags r:id="rId22"/>
            </p:custDataLst>
          </p:nvPr>
        </p:nvSpPr>
        <p:spPr>
          <a:xfrm>
            <a:off x="7213600" y="5308600"/>
            <a:ext cx="4064000" cy="254000"/>
          </a:xfrm>
          <a:prstGeom prst="rect">
            <a:avLst/>
          </a:prstGeom>
          <a:noFill/>
        </p:spPr>
        <p:txBody>
          <a:bodyPr wrap="square" lIns="0" tIns="0" rIns="0" bIns="0" rtlCol="0" anchor="ctr"/>
          <a:lstStyle/>
          <a:p>
            <a:pPr marL="0" indent="0">
              <a:lnSpc>
                <a:spcPct val="120000"/>
              </a:lnSpc>
              <a:buNone/>
            </a:pPr>
            <a:r>
              <a:rPr lang="en-US" altLang="zh-CN" sz="1600" dirty="0"/>
              <a:t>1.Three.js</a:t>
            </a:r>
            <a:r>
              <a:rPr lang="zh-CN" altLang="en-US" sz="1600" dirty="0"/>
              <a:t>的集成与性能优化：</a:t>
            </a:r>
            <a:r>
              <a:rPr lang="en-US" altLang="zh-CN" sz="1600" dirty="0"/>
              <a:t> </a:t>
            </a:r>
            <a:r>
              <a:rPr lang="zh-CN" altLang="en-US" sz="1600" dirty="0"/>
              <a:t>如何将</a:t>
            </a:r>
            <a:r>
              <a:rPr lang="en-US" altLang="zh-CN" sz="1600" dirty="0"/>
              <a:t>3D</a:t>
            </a:r>
            <a:r>
              <a:rPr lang="zh-CN" altLang="en-US" sz="1600" dirty="0"/>
              <a:t>效果自然地融入网站，并确保在不同设备上都有流畅的性能表现。</a:t>
            </a:r>
            <a:endParaRPr lang="zh-CN" altLang="en-US" sz="1600" dirty="0"/>
          </a:p>
          <a:p>
            <a:pPr marL="0" indent="0">
              <a:lnSpc>
                <a:spcPct val="120000"/>
              </a:lnSpc>
              <a:buNone/>
            </a:pPr>
            <a:r>
              <a:rPr lang="en-US" altLang="zh-CN" sz="1600" dirty="0"/>
              <a:t>2.</a:t>
            </a:r>
            <a:r>
              <a:rPr lang="zh-CN" altLang="en-US" sz="1600" dirty="0"/>
              <a:t>复杂状态管理：</a:t>
            </a:r>
            <a:r>
              <a:rPr lang="en-US" altLang="zh-CN" sz="1600" dirty="0"/>
              <a:t> </a:t>
            </a:r>
            <a:r>
              <a:rPr lang="zh-CN" altLang="en-US" sz="1600" dirty="0"/>
              <a:t>使用</a:t>
            </a:r>
            <a:r>
              <a:rPr lang="en-US" altLang="zh-CN" sz="1600" dirty="0"/>
              <a:t>Redux</a:t>
            </a:r>
            <a:r>
              <a:rPr lang="zh-CN" altLang="en-US" sz="1600" dirty="0"/>
              <a:t>有效管理整个应用的交互状态，尤其是在涉及多组件通信时。</a:t>
            </a:r>
            <a:endParaRPr lang="zh-CN" altLang="en-US" sz="1600" dirty="0"/>
          </a:p>
          <a:p>
            <a:pPr marL="0" indent="0">
              <a:lnSpc>
                <a:spcPct val="120000"/>
              </a:lnSpc>
              <a:buNone/>
            </a:pPr>
            <a:r>
              <a:rPr lang="en-US" altLang="zh-CN" sz="1600" dirty="0"/>
              <a:t>3.</a:t>
            </a:r>
            <a:r>
              <a:rPr lang="zh-CN" altLang="en-US" sz="1600" dirty="0"/>
              <a:t>图片处理与存储：</a:t>
            </a:r>
            <a:r>
              <a:rPr lang="en-US" altLang="zh-CN" sz="1600" dirty="0"/>
              <a:t> </a:t>
            </a:r>
            <a:r>
              <a:rPr lang="zh-CN" altLang="en-US" sz="1600" dirty="0"/>
              <a:t>如何设计高效、安全的图片上传、存储及处理方案。</a:t>
            </a:r>
            <a:endParaRPr lang="zh-CN" altLang="en-US" sz="1600" dirty="0"/>
          </a:p>
          <a:p>
            <a:pPr marL="0" indent="0">
              <a:lnSpc>
                <a:spcPct val="120000"/>
              </a:lnSpc>
              <a:buNone/>
            </a:pPr>
            <a:r>
              <a:rPr lang="en-US" altLang="zh-CN" sz="1600" dirty="0"/>
              <a:t>4.</a:t>
            </a:r>
            <a:r>
              <a:rPr lang="zh-CN" altLang="en-US" sz="1600" dirty="0"/>
              <a:t>系统整合与调试：</a:t>
            </a:r>
            <a:r>
              <a:rPr lang="en-US" altLang="zh-CN" sz="1600" dirty="0"/>
              <a:t> </a:t>
            </a:r>
            <a:r>
              <a:rPr lang="zh-CN" altLang="en-US" sz="1600" dirty="0"/>
              <a:t>确保前后端系统能够顺畅联调，并保证数据的一致性和安全性。</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05-12:21:50-d2t6anlnfo2stf9didn0.png"/>
          <p:cNvPicPr>
            <a:picLocks noChangeAspect="1"/>
          </p:cNvPicPr>
          <p:nvPr/>
        </p:nvPicPr>
        <p:blipFill>
          <a:blip r:embed="rId1">
            <a:alphaModFix amt="10000"/>
          </a:blip>
          <a:srcRect l="26" r="26"/>
          <a:stretch>
            <a:fillRect/>
          </a:stretch>
        </p:blipFill>
        <p:spPr>
          <a:xfrm>
            <a:off x="0" y="0"/>
            <a:ext cx="12192000" cy="6858000"/>
          </a:xfrm>
          <a:prstGeom prst="rect">
            <a:avLst/>
          </a:prstGeom>
        </p:spPr>
      </p:pic>
      <p:pic>
        <p:nvPicPr>
          <p:cNvPr id="3" name="Image 1" descr="https://kimi-img.moonshot.cn/pub/slides/slides_tmpl/image/25-09-05-12:21:53-d2t6aodnfo2stf9didqg.jpg"/>
          <p:cNvPicPr>
            <a:picLocks noChangeAspect="1"/>
          </p:cNvPicPr>
          <p:nvPr/>
        </p:nvPicPr>
        <p:blipFill>
          <a:blip r:embed="rId2"/>
          <a:srcRect t="3" b="3"/>
          <a:stretch>
            <a:fillRect/>
          </a:stretch>
        </p:blipFill>
        <p:spPr>
          <a:xfrm>
            <a:off x="0" y="0"/>
            <a:ext cx="12214225" cy="6953885"/>
          </a:xfrm>
          <a:prstGeom prst="rect">
            <a:avLst/>
          </a:prstGeom>
        </p:spPr>
      </p:pic>
      <p:sp>
        <p:nvSpPr>
          <p:cNvPr id="4" name="Text 0"/>
          <p:cNvSpPr/>
          <p:nvPr/>
        </p:nvSpPr>
        <p:spPr>
          <a:xfrm>
            <a:off x="649605" y="1609090"/>
            <a:ext cx="6096000" cy="1322070"/>
          </a:xfrm>
          <a:prstGeom prst="rect">
            <a:avLst/>
          </a:prstGeom>
          <a:noFill/>
        </p:spPr>
        <p:txBody>
          <a:bodyPr wrap="square" lIns="91440" tIns="45720" rIns="91440" bIns="45720" rtlCol="0" anchor="t">
            <a:spAutoFit/>
          </a:bodyPr>
          <a:lstStyle/>
          <a:p>
            <a:pPr marL="0" indent="0" algn="l">
              <a:lnSpc>
                <a:spcPct val="100000"/>
              </a:lnSpc>
              <a:buNone/>
            </a:pPr>
            <a:r>
              <a:rPr lang="en-US" sz="8000" b="1" dirty="0">
                <a:solidFill>
                  <a:srgbClr val="000000"/>
                </a:solidFill>
                <a:latin typeface="MiSans" pitchFamily="34" charset="-122"/>
                <a:ea typeface="MiSans" pitchFamily="34" charset="-122"/>
                <a:cs typeface="MiSans" pitchFamily="34" charset="-120"/>
              </a:rPr>
              <a:t>05</a:t>
            </a:r>
            <a:endParaRPr lang="en-US" sz="1600" dirty="0"/>
          </a:p>
        </p:txBody>
      </p:sp>
      <p:sp>
        <p:nvSpPr>
          <p:cNvPr id="5" name="Text 1"/>
          <p:cNvSpPr/>
          <p:nvPr/>
        </p:nvSpPr>
        <p:spPr>
          <a:xfrm>
            <a:off x="649605" y="2985135"/>
            <a:ext cx="5382895" cy="1568450"/>
          </a:xfrm>
          <a:prstGeom prst="rect">
            <a:avLst/>
          </a:prstGeom>
          <a:noFill/>
        </p:spPr>
        <p:txBody>
          <a:bodyPr wrap="square" lIns="91440" tIns="45720" rIns="91440" bIns="45720" rtlCol="0" anchor="t">
            <a:spAutoFit/>
          </a:bodyPr>
          <a:lstStyle/>
          <a:p>
            <a:pPr marL="0" indent="0" algn="l">
              <a:lnSpc>
                <a:spcPct val="100000"/>
              </a:lnSpc>
              <a:buNone/>
            </a:pPr>
            <a:r>
              <a:rPr lang="en-US" sz="4800" b="1" dirty="0">
                <a:solidFill>
                  <a:srgbClr val="404040"/>
                </a:solidFill>
                <a:latin typeface="MiSans" pitchFamily="34" charset="-122"/>
                <a:ea typeface="MiSans" pitchFamily="34" charset="-122"/>
                <a:cs typeface="MiSans" pitchFamily="34" charset="-120"/>
              </a:rPr>
              <a:t>功能模块与交互</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09-05-12:21:50-d2t6anlnfo2stf9didn0.png"/>
          <p:cNvPicPr>
            <a:picLocks noChangeAspect="1"/>
          </p:cNvPicPr>
          <p:nvPr/>
        </p:nvPicPr>
        <p:blipFill>
          <a:blip r:embed="rId1">
            <a:alphaModFix amt="10000"/>
          </a:blip>
          <a:srcRect l="26" r="26"/>
          <a:stretch>
            <a:fillRect/>
          </a:stretch>
        </p:blipFill>
        <p:spPr>
          <a:xfrm>
            <a:off x="0" y="0"/>
            <a:ext cx="12192000" cy="6858000"/>
          </a:xfrm>
          <a:prstGeom prst="rect">
            <a:avLst/>
          </a:prstGeom>
        </p:spPr>
      </p:pic>
      <p:pic>
        <p:nvPicPr>
          <p:cNvPr id="3" name="Image 1" descr="https://kimi-img.moonshot.cn/pub/slides/slides_tmpl/image/25-09-05-12:21:50-d2t6anlnfo2stf9didng.jpg"/>
          <p:cNvPicPr>
            <a:picLocks noChangeAspect="1"/>
          </p:cNvPicPr>
          <p:nvPr/>
        </p:nvPicPr>
        <p:blipFill>
          <a:blip r:embed="rId2"/>
          <a:stretch>
            <a:fillRect/>
          </a:stretch>
        </p:blipFill>
        <p:spPr>
          <a:xfrm>
            <a:off x="635" y="9525"/>
            <a:ext cx="12273280" cy="6885305"/>
          </a:xfrm>
          <a:prstGeom prst="rect">
            <a:avLst/>
          </a:prstGeom>
        </p:spPr>
      </p:pic>
      <p:sp>
        <p:nvSpPr>
          <p:cNvPr id="4" name="Text 0"/>
          <p:cNvSpPr/>
          <p:nvPr/>
        </p:nvSpPr>
        <p:spPr>
          <a:xfrm>
            <a:off x="254000" y="1727200"/>
            <a:ext cx="5943600" cy="457200"/>
          </a:xfrm>
          <a:prstGeom prst="rect">
            <a:avLst/>
          </a:prstGeom>
          <a:noFill/>
        </p:spPr>
        <p:txBody>
          <a:bodyPr wrap="square" lIns="0" tIns="0" rIns="0" bIns="0" rtlCol="0" anchor="ctr"/>
          <a:lstStyle/>
          <a:p>
            <a:pPr marL="0" indent="0">
              <a:lnSpc>
                <a:spcPct val="100000"/>
              </a:lnSpc>
              <a:buNone/>
            </a:pPr>
            <a:r>
              <a:rPr lang="en-US" sz="3000" dirty="0">
                <a:solidFill>
                  <a:srgbClr val="8A75F5"/>
                </a:solidFill>
                <a:latin typeface="Noto Sans SC" panose="020B0200000000000000" pitchFamily="34" charset="-122"/>
                <a:ea typeface="Noto Sans SC" panose="020B0200000000000000" pitchFamily="34" charset="-122"/>
                <a:cs typeface="Noto Sans SC" panose="020B0200000000000000" pitchFamily="34" charset="-120"/>
              </a:rPr>
              <a:t>社区互动与反馈闭环</a:t>
            </a:r>
            <a:endParaRPr lang="en-US" sz="1600" dirty="0"/>
          </a:p>
        </p:txBody>
      </p:sp>
      <p:sp>
        <p:nvSpPr>
          <p:cNvPr id="5" name="Text 1"/>
          <p:cNvSpPr/>
          <p:nvPr/>
        </p:nvSpPr>
        <p:spPr>
          <a:xfrm>
            <a:off x="254000" y="2387600"/>
            <a:ext cx="5435600" cy="609600"/>
          </a:xfrm>
          <a:prstGeom prst="rect">
            <a:avLst/>
          </a:prstGeom>
          <a:noFill/>
        </p:spPr>
        <p:txBody>
          <a:bodyPr wrap="square" lIns="0" tIns="0" rIns="0" bIns="0" rtlCol="0" anchor="ctr"/>
          <a:lstStyle/>
          <a:p>
            <a:pPr marL="0" indent="0">
              <a:lnSpc>
                <a:spcPct val="130000"/>
              </a:lnSpc>
              <a:buNone/>
            </a:pPr>
            <a:r>
              <a:rPr lang="en-US" sz="1600" dirty="0">
                <a:solidFill>
                  <a:srgbClr val="3A3F6B"/>
                </a:solidFill>
                <a:latin typeface="Noto Sans SC" panose="020B0200000000000000" pitchFamily="34" charset="-122"/>
                <a:ea typeface="Noto Sans SC" panose="020B0200000000000000" pitchFamily="34" charset="-122"/>
                <a:cs typeface="Noto Sans SC" panose="020B0200000000000000" pitchFamily="34" charset="-120"/>
              </a:rPr>
              <a:t>点赞、评论、收藏、关注构成社区四维互动，驱动内容流动与用户留存。</a:t>
            </a:r>
            <a:endParaRPr lang="en-US" sz="1600" dirty="0"/>
          </a:p>
        </p:txBody>
      </p:sp>
      <p:sp>
        <p:nvSpPr>
          <p:cNvPr id="6" name="Shape 2"/>
          <p:cNvSpPr/>
          <p:nvPr/>
        </p:nvSpPr>
        <p:spPr>
          <a:xfrm>
            <a:off x="254000" y="3302000"/>
            <a:ext cx="406400" cy="406400"/>
          </a:xfrm>
          <a:custGeom>
            <a:avLst/>
            <a:gdLst/>
            <a:ahLst/>
            <a:cxnLst/>
            <a:rect l="l" t="t" r="r" b="b"/>
            <a:pathLst>
              <a:path w="406400" h="406400">
                <a:moveTo>
                  <a:pt x="203200" y="0"/>
                </a:moveTo>
                <a:lnTo>
                  <a:pt x="203200" y="0"/>
                </a:lnTo>
                <a:cubicBezTo>
                  <a:pt x="315349" y="0"/>
                  <a:pt x="406400" y="91051"/>
                  <a:pt x="406400" y="203200"/>
                </a:cubicBezTo>
                <a:lnTo>
                  <a:pt x="406400" y="203200"/>
                </a:lnTo>
                <a:cubicBezTo>
                  <a:pt x="406400" y="315349"/>
                  <a:pt x="315349" y="406400"/>
                  <a:pt x="203200" y="406400"/>
                </a:cubicBezTo>
                <a:lnTo>
                  <a:pt x="203200" y="406400"/>
                </a:lnTo>
                <a:cubicBezTo>
                  <a:pt x="91051" y="406400"/>
                  <a:pt x="0" y="315349"/>
                  <a:pt x="0" y="203200"/>
                </a:cubicBezTo>
                <a:lnTo>
                  <a:pt x="0" y="203200"/>
                </a:lnTo>
                <a:cubicBezTo>
                  <a:pt x="0" y="91051"/>
                  <a:pt x="91051" y="0"/>
                  <a:pt x="203200" y="0"/>
                </a:cubicBezTo>
                <a:close/>
              </a:path>
            </a:pathLst>
          </a:custGeom>
          <a:solidFill>
            <a:srgbClr val="F8A8D8"/>
          </a:solidFill>
        </p:spPr>
      </p:sp>
      <p:sp>
        <p:nvSpPr>
          <p:cNvPr id="7" name="Shape 3"/>
          <p:cNvSpPr/>
          <p:nvPr/>
        </p:nvSpPr>
        <p:spPr>
          <a:xfrm>
            <a:off x="355600" y="3403600"/>
            <a:ext cx="203200" cy="203200"/>
          </a:xfrm>
          <a:custGeom>
            <a:avLst/>
            <a:gdLst/>
            <a:ahLst/>
            <a:cxnLst/>
            <a:rect l="l" t="t" r="r" b="b"/>
            <a:pathLst>
              <a:path w="203200" h="203200">
                <a:moveTo>
                  <a:pt x="95647" y="34568"/>
                </a:moveTo>
                <a:lnTo>
                  <a:pt x="101600" y="42783"/>
                </a:lnTo>
                <a:lnTo>
                  <a:pt x="107553" y="34568"/>
                </a:lnTo>
                <a:cubicBezTo>
                  <a:pt x="117475" y="20836"/>
                  <a:pt x="133429" y="12700"/>
                  <a:pt x="150376" y="12700"/>
                </a:cubicBezTo>
                <a:cubicBezTo>
                  <a:pt x="179546" y="12700"/>
                  <a:pt x="203200" y="36354"/>
                  <a:pt x="203200" y="65524"/>
                </a:cubicBezTo>
                <a:lnTo>
                  <a:pt x="203200" y="66556"/>
                </a:lnTo>
                <a:cubicBezTo>
                  <a:pt x="203200" y="111085"/>
                  <a:pt x="147677" y="162798"/>
                  <a:pt x="118705" y="184904"/>
                </a:cubicBezTo>
                <a:cubicBezTo>
                  <a:pt x="113784" y="188635"/>
                  <a:pt x="107752" y="190500"/>
                  <a:pt x="101600" y="190500"/>
                </a:cubicBezTo>
                <a:cubicBezTo>
                  <a:pt x="95448" y="190500"/>
                  <a:pt x="89376" y="188674"/>
                  <a:pt x="84495" y="184904"/>
                </a:cubicBezTo>
                <a:cubicBezTo>
                  <a:pt x="55523" y="162798"/>
                  <a:pt x="0" y="111085"/>
                  <a:pt x="0" y="66556"/>
                </a:cubicBezTo>
                <a:lnTo>
                  <a:pt x="0" y="65524"/>
                </a:lnTo>
                <a:cubicBezTo>
                  <a:pt x="0" y="36354"/>
                  <a:pt x="23654" y="12700"/>
                  <a:pt x="52824" y="12700"/>
                </a:cubicBezTo>
                <a:cubicBezTo>
                  <a:pt x="69771" y="12700"/>
                  <a:pt x="85725" y="20836"/>
                  <a:pt x="95647" y="34568"/>
                </a:cubicBezTo>
                <a:close/>
              </a:path>
            </a:pathLst>
          </a:custGeom>
          <a:solidFill>
            <a:srgbClr val="FFFFFF"/>
          </a:solidFill>
        </p:spPr>
      </p:sp>
      <p:sp>
        <p:nvSpPr>
          <p:cNvPr id="8" name="Text 4"/>
          <p:cNvSpPr/>
          <p:nvPr/>
        </p:nvSpPr>
        <p:spPr>
          <a:xfrm>
            <a:off x="812800" y="3352800"/>
            <a:ext cx="3860800" cy="304800"/>
          </a:xfrm>
          <a:prstGeom prst="rect">
            <a:avLst/>
          </a:prstGeom>
          <a:noFill/>
        </p:spPr>
        <p:txBody>
          <a:bodyPr wrap="square" lIns="0" tIns="0" rIns="0" bIns="0" rtlCol="0" anchor="ctr"/>
          <a:lstStyle/>
          <a:p>
            <a:pPr marL="0" indent="0">
              <a:lnSpc>
                <a:spcPct val="130000"/>
              </a:lnSpc>
              <a:buNone/>
            </a:pPr>
            <a:r>
              <a:rPr lang="en-US" sz="1600" dirty="0">
                <a:solidFill>
                  <a:srgbClr val="3A3F6B"/>
                </a:solidFill>
                <a:latin typeface="Noto Sans SC" panose="020B0200000000000000" pitchFamily="34" charset="-122"/>
                <a:ea typeface="Noto Sans SC" panose="020B0200000000000000" pitchFamily="34" charset="-122"/>
                <a:cs typeface="Noto Sans SC" panose="020B0200000000000000" pitchFamily="34" charset="-120"/>
              </a:rPr>
              <a:t>点赞与收藏：</a:t>
            </a:r>
            <a:r>
              <a:rPr lang="en-US" sz="1600" dirty="0">
                <a:solidFill>
                  <a:srgbClr val="3A3F6B"/>
                </a:solidFill>
                <a:latin typeface="Noto Sans SC" panose="020B0200000000000000" pitchFamily="34" charset="-122"/>
                <a:ea typeface="Noto Sans SC" panose="020B0200000000000000" pitchFamily="34" charset="-122"/>
                <a:cs typeface="Noto Sans SC" panose="020B0200000000000000" pitchFamily="34" charset="-120"/>
              </a:rPr>
              <a:t>快速反馈，建立作品热度分。</a:t>
            </a:r>
            <a:endParaRPr lang="en-US" sz="1600" dirty="0"/>
          </a:p>
        </p:txBody>
      </p:sp>
      <p:sp>
        <p:nvSpPr>
          <p:cNvPr id="9" name="Shape 5"/>
          <p:cNvSpPr/>
          <p:nvPr/>
        </p:nvSpPr>
        <p:spPr>
          <a:xfrm>
            <a:off x="254000" y="4013200"/>
            <a:ext cx="406400" cy="406400"/>
          </a:xfrm>
          <a:custGeom>
            <a:avLst/>
            <a:gdLst/>
            <a:ahLst/>
            <a:cxnLst/>
            <a:rect l="l" t="t" r="r" b="b"/>
            <a:pathLst>
              <a:path w="406400" h="406400">
                <a:moveTo>
                  <a:pt x="203200" y="0"/>
                </a:moveTo>
                <a:lnTo>
                  <a:pt x="203200" y="0"/>
                </a:lnTo>
                <a:cubicBezTo>
                  <a:pt x="315349" y="0"/>
                  <a:pt x="406400" y="91051"/>
                  <a:pt x="406400" y="203200"/>
                </a:cubicBezTo>
                <a:lnTo>
                  <a:pt x="406400" y="203200"/>
                </a:lnTo>
                <a:cubicBezTo>
                  <a:pt x="406400" y="315349"/>
                  <a:pt x="315349" y="406400"/>
                  <a:pt x="203200" y="406400"/>
                </a:cubicBezTo>
                <a:lnTo>
                  <a:pt x="203200" y="406400"/>
                </a:lnTo>
                <a:cubicBezTo>
                  <a:pt x="91051" y="406400"/>
                  <a:pt x="0" y="315349"/>
                  <a:pt x="0" y="203200"/>
                </a:cubicBezTo>
                <a:lnTo>
                  <a:pt x="0" y="203200"/>
                </a:lnTo>
                <a:cubicBezTo>
                  <a:pt x="0" y="91051"/>
                  <a:pt x="91051" y="0"/>
                  <a:pt x="203200" y="0"/>
                </a:cubicBezTo>
                <a:close/>
              </a:path>
            </a:pathLst>
          </a:custGeom>
          <a:solidFill>
            <a:srgbClr val="8EB8F8"/>
          </a:solidFill>
        </p:spPr>
      </p:sp>
      <p:sp>
        <p:nvSpPr>
          <p:cNvPr id="10" name="Shape 6"/>
          <p:cNvSpPr/>
          <p:nvPr/>
        </p:nvSpPr>
        <p:spPr>
          <a:xfrm>
            <a:off x="342900" y="4114800"/>
            <a:ext cx="228600" cy="203200"/>
          </a:xfrm>
          <a:custGeom>
            <a:avLst/>
            <a:gdLst/>
            <a:ahLst/>
            <a:cxnLst/>
            <a:rect l="l" t="t" r="r" b="b"/>
            <a:pathLst>
              <a:path w="228600" h="203200">
                <a:moveTo>
                  <a:pt x="152400" y="57150"/>
                </a:moveTo>
                <a:cubicBezTo>
                  <a:pt x="152400" y="95726"/>
                  <a:pt x="118269" y="127000"/>
                  <a:pt x="76200" y="127000"/>
                </a:cubicBezTo>
                <a:cubicBezTo>
                  <a:pt x="65603" y="127000"/>
                  <a:pt x="55523" y="125016"/>
                  <a:pt x="46355" y="121444"/>
                </a:cubicBezTo>
                <a:lnTo>
                  <a:pt x="13970" y="138589"/>
                </a:lnTo>
                <a:cubicBezTo>
                  <a:pt x="10279" y="140533"/>
                  <a:pt x="5755" y="139859"/>
                  <a:pt x="2778" y="136922"/>
                </a:cubicBezTo>
                <a:cubicBezTo>
                  <a:pt x="-198" y="133985"/>
                  <a:pt x="-873" y="129421"/>
                  <a:pt x="1111" y="125730"/>
                </a:cubicBezTo>
                <a:lnTo>
                  <a:pt x="15240" y="99060"/>
                </a:lnTo>
                <a:cubicBezTo>
                  <a:pt x="5675" y="87392"/>
                  <a:pt x="0" y="72866"/>
                  <a:pt x="0" y="57150"/>
                </a:cubicBezTo>
                <a:cubicBezTo>
                  <a:pt x="0" y="18574"/>
                  <a:pt x="34131" y="-12700"/>
                  <a:pt x="76200" y="-12700"/>
                </a:cubicBezTo>
                <a:cubicBezTo>
                  <a:pt x="118269" y="-12700"/>
                  <a:pt x="152400" y="18574"/>
                  <a:pt x="152400" y="57150"/>
                </a:cubicBezTo>
                <a:close/>
                <a:moveTo>
                  <a:pt x="152400" y="203200"/>
                </a:moveTo>
                <a:cubicBezTo>
                  <a:pt x="115054" y="203200"/>
                  <a:pt x="83979" y="178554"/>
                  <a:pt x="77470" y="146050"/>
                </a:cubicBezTo>
                <a:cubicBezTo>
                  <a:pt x="125095" y="145455"/>
                  <a:pt x="166489" y="111562"/>
                  <a:pt x="171053" y="65603"/>
                </a:cubicBezTo>
                <a:cubicBezTo>
                  <a:pt x="204113" y="73223"/>
                  <a:pt x="228600" y="100648"/>
                  <a:pt x="228600" y="133350"/>
                </a:cubicBezTo>
                <a:cubicBezTo>
                  <a:pt x="228600" y="149066"/>
                  <a:pt x="222925" y="163592"/>
                  <a:pt x="213360" y="175260"/>
                </a:cubicBezTo>
                <a:lnTo>
                  <a:pt x="227489" y="201930"/>
                </a:lnTo>
                <a:cubicBezTo>
                  <a:pt x="229433" y="205621"/>
                  <a:pt x="228759" y="210145"/>
                  <a:pt x="225822" y="213122"/>
                </a:cubicBezTo>
                <a:cubicBezTo>
                  <a:pt x="222885" y="216098"/>
                  <a:pt x="218321" y="216773"/>
                  <a:pt x="214630" y="214789"/>
                </a:cubicBezTo>
                <a:lnTo>
                  <a:pt x="182245" y="197644"/>
                </a:lnTo>
                <a:cubicBezTo>
                  <a:pt x="173077" y="201216"/>
                  <a:pt x="162997" y="203200"/>
                  <a:pt x="152400" y="203200"/>
                </a:cubicBezTo>
                <a:close/>
              </a:path>
            </a:pathLst>
          </a:custGeom>
          <a:solidFill>
            <a:srgbClr val="FFFFFF"/>
          </a:solidFill>
        </p:spPr>
      </p:sp>
      <p:sp>
        <p:nvSpPr>
          <p:cNvPr id="11" name="Text 7"/>
          <p:cNvSpPr/>
          <p:nvPr/>
        </p:nvSpPr>
        <p:spPr>
          <a:xfrm>
            <a:off x="812800" y="3911600"/>
            <a:ext cx="4876800" cy="609600"/>
          </a:xfrm>
          <a:prstGeom prst="rect">
            <a:avLst/>
          </a:prstGeom>
          <a:noFill/>
        </p:spPr>
        <p:txBody>
          <a:bodyPr wrap="square" lIns="0" tIns="0" rIns="0" bIns="0" rtlCol="0" anchor="ctr"/>
          <a:lstStyle/>
          <a:p>
            <a:pPr marL="0" indent="0">
              <a:lnSpc>
                <a:spcPct val="130000"/>
              </a:lnSpc>
              <a:buNone/>
            </a:pPr>
            <a:r>
              <a:rPr lang="en-US" sz="1600" dirty="0">
                <a:solidFill>
                  <a:srgbClr val="3A3F6B"/>
                </a:solidFill>
                <a:latin typeface="Noto Sans SC" panose="020B0200000000000000" pitchFamily="34" charset="-122"/>
                <a:ea typeface="Noto Sans SC" panose="020B0200000000000000" pitchFamily="34" charset="-122"/>
                <a:cs typeface="Noto Sans SC" panose="020B0200000000000000" pitchFamily="34" charset="-120"/>
              </a:rPr>
              <a:t>评论与讨论：</a:t>
            </a:r>
            <a:r>
              <a:rPr lang="en-US" sz="1600" dirty="0">
                <a:solidFill>
                  <a:srgbClr val="3A3F6B"/>
                </a:solidFill>
                <a:latin typeface="Noto Sans SC" panose="020B0200000000000000" pitchFamily="34" charset="-122"/>
                <a:ea typeface="Noto Sans SC" panose="020B0200000000000000" pitchFamily="34" charset="-122"/>
                <a:cs typeface="Noto Sans SC" panose="020B0200000000000000" pitchFamily="34" charset="-120"/>
              </a:rPr>
              <a:t>支持多级嵌套与Markdown，促进深度交流。</a:t>
            </a:r>
            <a:endParaRPr lang="en-US" sz="1600" dirty="0"/>
          </a:p>
        </p:txBody>
      </p:sp>
      <p:sp>
        <p:nvSpPr>
          <p:cNvPr id="12" name="Shape 8"/>
          <p:cNvSpPr/>
          <p:nvPr/>
        </p:nvSpPr>
        <p:spPr>
          <a:xfrm>
            <a:off x="254000" y="4724400"/>
            <a:ext cx="406400" cy="406400"/>
          </a:xfrm>
          <a:custGeom>
            <a:avLst/>
            <a:gdLst/>
            <a:ahLst/>
            <a:cxnLst/>
            <a:rect l="l" t="t" r="r" b="b"/>
            <a:pathLst>
              <a:path w="406400" h="406400">
                <a:moveTo>
                  <a:pt x="203200" y="0"/>
                </a:moveTo>
                <a:lnTo>
                  <a:pt x="203200" y="0"/>
                </a:lnTo>
                <a:cubicBezTo>
                  <a:pt x="315349" y="0"/>
                  <a:pt x="406400" y="91051"/>
                  <a:pt x="406400" y="203200"/>
                </a:cubicBezTo>
                <a:lnTo>
                  <a:pt x="406400" y="203200"/>
                </a:lnTo>
                <a:cubicBezTo>
                  <a:pt x="406400" y="315349"/>
                  <a:pt x="315349" y="406400"/>
                  <a:pt x="203200" y="406400"/>
                </a:cubicBezTo>
                <a:lnTo>
                  <a:pt x="203200" y="406400"/>
                </a:lnTo>
                <a:cubicBezTo>
                  <a:pt x="91051" y="406400"/>
                  <a:pt x="0" y="315349"/>
                  <a:pt x="0" y="203200"/>
                </a:cubicBezTo>
                <a:lnTo>
                  <a:pt x="0" y="203200"/>
                </a:lnTo>
                <a:cubicBezTo>
                  <a:pt x="0" y="91051"/>
                  <a:pt x="91051" y="0"/>
                  <a:pt x="203200" y="0"/>
                </a:cubicBezTo>
                <a:close/>
              </a:path>
            </a:pathLst>
          </a:custGeom>
          <a:solidFill>
            <a:srgbClr val="8A75F5"/>
          </a:solidFill>
        </p:spPr>
      </p:sp>
      <p:sp>
        <p:nvSpPr>
          <p:cNvPr id="13" name="Shape 9"/>
          <p:cNvSpPr/>
          <p:nvPr/>
        </p:nvSpPr>
        <p:spPr>
          <a:xfrm>
            <a:off x="342900" y="4826000"/>
            <a:ext cx="228600" cy="203200"/>
          </a:xfrm>
          <a:custGeom>
            <a:avLst/>
            <a:gdLst/>
            <a:ahLst/>
            <a:cxnLst/>
            <a:rect l="l" t="t" r="r" b="b"/>
            <a:pathLst>
              <a:path w="228600" h="203200">
                <a:moveTo>
                  <a:pt x="25400" y="50800"/>
                </a:moveTo>
                <a:cubicBezTo>
                  <a:pt x="25400" y="26267"/>
                  <a:pt x="45317" y="6350"/>
                  <a:pt x="69850" y="6350"/>
                </a:cubicBezTo>
                <a:cubicBezTo>
                  <a:pt x="94383" y="6350"/>
                  <a:pt x="114300" y="26267"/>
                  <a:pt x="114300" y="50800"/>
                </a:cubicBezTo>
                <a:cubicBezTo>
                  <a:pt x="114300" y="75333"/>
                  <a:pt x="94383" y="95250"/>
                  <a:pt x="69850" y="95250"/>
                </a:cubicBezTo>
                <a:cubicBezTo>
                  <a:pt x="45317" y="95250"/>
                  <a:pt x="25400" y="75333"/>
                  <a:pt x="25400" y="50800"/>
                </a:cubicBezTo>
                <a:close/>
                <a:moveTo>
                  <a:pt x="0" y="184150"/>
                </a:moveTo>
                <a:cubicBezTo>
                  <a:pt x="0" y="145574"/>
                  <a:pt x="31274" y="114300"/>
                  <a:pt x="69850" y="114300"/>
                </a:cubicBezTo>
                <a:cubicBezTo>
                  <a:pt x="108426" y="114300"/>
                  <a:pt x="139700" y="145574"/>
                  <a:pt x="139700" y="184150"/>
                </a:cubicBezTo>
                <a:lnTo>
                  <a:pt x="139700" y="186531"/>
                </a:lnTo>
                <a:cubicBezTo>
                  <a:pt x="139700" y="195739"/>
                  <a:pt x="132239" y="203200"/>
                  <a:pt x="123031" y="203200"/>
                </a:cubicBezTo>
                <a:lnTo>
                  <a:pt x="16669" y="203200"/>
                </a:lnTo>
                <a:cubicBezTo>
                  <a:pt x="7461" y="203200"/>
                  <a:pt x="0" y="195739"/>
                  <a:pt x="0" y="186531"/>
                </a:cubicBezTo>
                <a:lnTo>
                  <a:pt x="0" y="184150"/>
                </a:lnTo>
                <a:close/>
                <a:moveTo>
                  <a:pt x="171450" y="25400"/>
                </a:moveTo>
                <a:cubicBezTo>
                  <a:pt x="192478" y="25400"/>
                  <a:pt x="209550" y="42472"/>
                  <a:pt x="209550" y="63500"/>
                </a:cubicBezTo>
                <a:cubicBezTo>
                  <a:pt x="209550" y="84528"/>
                  <a:pt x="192478" y="101600"/>
                  <a:pt x="171450" y="101600"/>
                </a:cubicBezTo>
                <a:cubicBezTo>
                  <a:pt x="150422" y="101600"/>
                  <a:pt x="133350" y="84528"/>
                  <a:pt x="133350" y="63500"/>
                </a:cubicBezTo>
                <a:cubicBezTo>
                  <a:pt x="133350" y="42472"/>
                  <a:pt x="150422" y="25400"/>
                  <a:pt x="171450" y="25400"/>
                </a:cubicBezTo>
                <a:close/>
                <a:moveTo>
                  <a:pt x="171450" y="120650"/>
                </a:moveTo>
                <a:cubicBezTo>
                  <a:pt x="203002" y="120650"/>
                  <a:pt x="228600" y="146248"/>
                  <a:pt x="228600" y="177800"/>
                </a:cubicBezTo>
                <a:lnTo>
                  <a:pt x="228600" y="186690"/>
                </a:lnTo>
                <a:cubicBezTo>
                  <a:pt x="228600" y="195818"/>
                  <a:pt x="221218" y="203200"/>
                  <a:pt x="212090" y="203200"/>
                </a:cubicBezTo>
                <a:lnTo>
                  <a:pt x="154622" y="203200"/>
                </a:lnTo>
                <a:cubicBezTo>
                  <a:pt x="157242" y="198239"/>
                  <a:pt x="158750" y="192564"/>
                  <a:pt x="158750" y="186531"/>
                </a:cubicBezTo>
                <a:lnTo>
                  <a:pt x="158750" y="184150"/>
                </a:lnTo>
                <a:cubicBezTo>
                  <a:pt x="158750" y="163711"/>
                  <a:pt x="151844" y="144899"/>
                  <a:pt x="140295" y="129897"/>
                </a:cubicBezTo>
                <a:cubicBezTo>
                  <a:pt x="149265" y="124063"/>
                  <a:pt x="159980" y="120650"/>
                  <a:pt x="171450" y="120650"/>
                </a:cubicBezTo>
                <a:close/>
              </a:path>
            </a:pathLst>
          </a:custGeom>
          <a:solidFill>
            <a:srgbClr val="FFFFFF"/>
          </a:solidFill>
        </p:spPr>
      </p:sp>
      <p:sp>
        <p:nvSpPr>
          <p:cNvPr id="14" name="Text 10"/>
          <p:cNvSpPr/>
          <p:nvPr/>
        </p:nvSpPr>
        <p:spPr>
          <a:xfrm>
            <a:off x="812800" y="4775200"/>
            <a:ext cx="4876800" cy="304800"/>
          </a:xfrm>
          <a:prstGeom prst="rect">
            <a:avLst/>
          </a:prstGeom>
          <a:noFill/>
        </p:spPr>
        <p:txBody>
          <a:bodyPr wrap="square" lIns="0" tIns="0" rIns="0" bIns="0" rtlCol="0" anchor="ctr"/>
          <a:lstStyle/>
          <a:p>
            <a:pPr marL="0" indent="0">
              <a:lnSpc>
                <a:spcPct val="130000"/>
              </a:lnSpc>
              <a:buNone/>
            </a:pPr>
            <a:r>
              <a:rPr lang="en-US" sz="1600" dirty="0">
                <a:solidFill>
                  <a:srgbClr val="3A3F6B"/>
                </a:solidFill>
                <a:latin typeface="Noto Sans SC" panose="020B0200000000000000" pitchFamily="34" charset="-122"/>
                <a:ea typeface="Noto Sans SC" panose="020B0200000000000000" pitchFamily="34" charset="-122"/>
                <a:cs typeface="Noto Sans SC" panose="020B0200000000000000" pitchFamily="34" charset="-120"/>
              </a:rPr>
              <a:t>关注与动态：</a:t>
            </a:r>
            <a:r>
              <a:rPr lang="en-US" sz="1600" dirty="0">
                <a:solidFill>
                  <a:srgbClr val="3A3F6B"/>
                </a:solidFill>
                <a:latin typeface="Noto Sans SC" panose="020B0200000000000000" pitchFamily="34" charset="-122"/>
                <a:ea typeface="Noto Sans SC" panose="020B0200000000000000" pitchFamily="34" charset="-122"/>
                <a:cs typeface="Noto Sans SC" panose="020B0200000000000000" pitchFamily="34" charset="-120"/>
              </a:rPr>
              <a:t>构建用户关系网络，生成个性化动态流。</a:t>
            </a:r>
            <a:endParaRPr lang="en-US" sz="1600" dirty="0"/>
          </a:p>
        </p:txBody>
      </p:sp>
      <p:sp>
        <p:nvSpPr>
          <p:cNvPr id="15" name="Shape 11"/>
          <p:cNvSpPr/>
          <p:nvPr/>
        </p:nvSpPr>
        <p:spPr>
          <a:xfrm>
            <a:off x="7391400" y="1803400"/>
            <a:ext cx="3251200" cy="3251200"/>
          </a:xfrm>
          <a:custGeom>
            <a:avLst/>
            <a:gdLst/>
            <a:ahLst/>
            <a:cxnLst/>
            <a:rect l="l" t="t" r="r" b="b"/>
            <a:pathLst>
              <a:path w="3251200" h="3251200">
                <a:moveTo>
                  <a:pt x="1625600" y="0"/>
                </a:moveTo>
                <a:lnTo>
                  <a:pt x="1625600" y="0"/>
                </a:lnTo>
                <a:cubicBezTo>
                  <a:pt x="2522793" y="0"/>
                  <a:pt x="3251200" y="728407"/>
                  <a:pt x="3251200" y="1625600"/>
                </a:cubicBezTo>
                <a:lnTo>
                  <a:pt x="3251200" y="1625600"/>
                </a:lnTo>
                <a:cubicBezTo>
                  <a:pt x="3251200" y="2522793"/>
                  <a:pt x="2522793" y="3251200"/>
                  <a:pt x="1625600" y="3251200"/>
                </a:cubicBezTo>
                <a:lnTo>
                  <a:pt x="1625600" y="3251200"/>
                </a:lnTo>
                <a:cubicBezTo>
                  <a:pt x="728407" y="3251200"/>
                  <a:pt x="0" y="2522793"/>
                  <a:pt x="0" y="1625600"/>
                </a:cubicBezTo>
                <a:lnTo>
                  <a:pt x="0" y="1625600"/>
                </a:lnTo>
                <a:cubicBezTo>
                  <a:pt x="0" y="728407"/>
                  <a:pt x="728407" y="0"/>
                  <a:pt x="1625600" y="0"/>
                </a:cubicBezTo>
                <a:close/>
              </a:path>
            </a:pathLst>
          </a:custGeom>
          <a:solidFill>
            <a:srgbClr val="8A75F5">
              <a:alpha val="13333"/>
            </a:srgbClr>
          </a:solidFill>
          <a:effectLst>
            <a:outerShdw blurRad="635000" dist="317500" dir="5400000" algn="bl" rotWithShape="0">
              <a:srgbClr val="000000">
                <a:alpha val="25098"/>
              </a:srgbClr>
            </a:outerShdw>
          </a:effectLst>
        </p:spPr>
      </p:sp>
      <p:sp>
        <p:nvSpPr>
          <p:cNvPr id="16" name="Shape 12"/>
          <p:cNvSpPr/>
          <p:nvPr/>
        </p:nvSpPr>
        <p:spPr>
          <a:xfrm>
            <a:off x="7797800" y="2209800"/>
            <a:ext cx="2438400" cy="2438400"/>
          </a:xfrm>
          <a:custGeom>
            <a:avLst/>
            <a:gdLst/>
            <a:ahLst/>
            <a:cxnLst/>
            <a:rect l="l" t="t" r="r" b="b"/>
            <a:pathLst>
              <a:path w="2438400" h="2438400">
                <a:moveTo>
                  <a:pt x="1219200" y="0"/>
                </a:moveTo>
                <a:lnTo>
                  <a:pt x="1219200" y="0"/>
                </a:lnTo>
                <a:cubicBezTo>
                  <a:pt x="1892095" y="0"/>
                  <a:pt x="2438400" y="546305"/>
                  <a:pt x="2438400" y="1219200"/>
                </a:cubicBezTo>
                <a:lnTo>
                  <a:pt x="2438400" y="1219200"/>
                </a:lnTo>
                <a:cubicBezTo>
                  <a:pt x="2438400" y="1892095"/>
                  <a:pt x="1892095" y="2438400"/>
                  <a:pt x="1219200" y="2438400"/>
                </a:cubicBezTo>
                <a:lnTo>
                  <a:pt x="1219200" y="2438400"/>
                </a:lnTo>
                <a:cubicBezTo>
                  <a:pt x="546305" y="2438400"/>
                  <a:pt x="0" y="1892095"/>
                  <a:pt x="0" y="1219200"/>
                </a:cubicBezTo>
                <a:lnTo>
                  <a:pt x="0" y="1219200"/>
                </a:lnTo>
                <a:cubicBezTo>
                  <a:pt x="0" y="546305"/>
                  <a:pt x="546305" y="0"/>
                  <a:pt x="1219200" y="0"/>
                </a:cubicBezTo>
                <a:close/>
              </a:path>
            </a:pathLst>
          </a:custGeom>
          <a:solidFill>
            <a:srgbClr val="8EB8F8">
              <a:alpha val="26667"/>
            </a:srgbClr>
          </a:solidFill>
        </p:spPr>
      </p:sp>
      <p:sp>
        <p:nvSpPr>
          <p:cNvPr id="17" name="Shape 13"/>
          <p:cNvSpPr/>
          <p:nvPr/>
        </p:nvSpPr>
        <p:spPr>
          <a:xfrm>
            <a:off x="8204200" y="2616200"/>
            <a:ext cx="1625600" cy="1625600"/>
          </a:xfrm>
          <a:custGeom>
            <a:avLst/>
            <a:gdLst/>
            <a:ahLst/>
            <a:cxnLst/>
            <a:rect l="l" t="t" r="r" b="b"/>
            <a:pathLst>
              <a:path w="1625600" h="1625600">
                <a:moveTo>
                  <a:pt x="812800" y="0"/>
                </a:moveTo>
                <a:lnTo>
                  <a:pt x="812800" y="0"/>
                </a:lnTo>
                <a:cubicBezTo>
                  <a:pt x="1261397" y="0"/>
                  <a:pt x="1625600" y="364203"/>
                  <a:pt x="1625600" y="812800"/>
                </a:cubicBezTo>
                <a:lnTo>
                  <a:pt x="1625600" y="812800"/>
                </a:lnTo>
                <a:cubicBezTo>
                  <a:pt x="1625600" y="1261397"/>
                  <a:pt x="1261397" y="1625600"/>
                  <a:pt x="812800" y="1625600"/>
                </a:cubicBezTo>
                <a:lnTo>
                  <a:pt x="812800" y="1625600"/>
                </a:lnTo>
                <a:cubicBezTo>
                  <a:pt x="364203" y="1625600"/>
                  <a:pt x="0" y="1261397"/>
                  <a:pt x="0" y="812800"/>
                </a:cubicBezTo>
                <a:lnTo>
                  <a:pt x="0" y="812800"/>
                </a:lnTo>
                <a:cubicBezTo>
                  <a:pt x="0" y="364203"/>
                  <a:pt x="364203" y="0"/>
                  <a:pt x="812800" y="0"/>
                </a:cubicBezTo>
                <a:close/>
              </a:path>
            </a:pathLst>
          </a:custGeom>
          <a:solidFill>
            <a:srgbClr val="F8A8D8">
              <a:alpha val="40000"/>
            </a:srgbClr>
          </a:solidFill>
        </p:spPr>
      </p:sp>
      <p:sp>
        <p:nvSpPr>
          <p:cNvPr id="18" name="Shape 14"/>
          <p:cNvSpPr/>
          <p:nvPr/>
        </p:nvSpPr>
        <p:spPr>
          <a:xfrm>
            <a:off x="8540750" y="3048000"/>
            <a:ext cx="952500" cy="762000"/>
          </a:xfrm>
          <a:custGeom>
            <a:avLst/>
            <a:gdLst/>
            <a:ahLst/>
            <a:cxnLst/>
            <a:rect l="l" t="t" r="r" b="b"/>
            <a:pathLst>
              <a:path w="952500" h="762000">
                <a:moveTo>
                  <a:pt x="476250" y="23812"/>
                </a:moveTo>
                <a:cubicBezTo>
                  <a:pt x="561676" y="23812"/>
                  <a:pt x="631031" y="93168"/>
                  <a:pt x="631031" y="178594"/>
                </a:cubicBezTo>
                <a:cubicBezTo>
                  <a:pt x="631031" y="264020"/>
                  <a:pt x="561676" y="333375"/>
                  <a:pt x="476250" y="333375"/>
                </a:cubicBezTo>
                <a:cubicBezTo>
                  <a:pt x="390824" y="333375"/>
                  <a:pt x="321469" y="264020"/>
                  <a:pt x="321469" y="178594"/>
                </a:cubicBezTo>
                <a:cubicBezTo>
                  <a:pt x="321469" y="93168"/>
                  <a:pt x="390824" y="23813"/>
                  <a:pt x="476250" y="23812"/>
                </a:cubicBezTo>
                <a:close/>
                <a:moveTo>
                  <a:pt x="142875" y="130969"/>
                </a:moveTo>
                <a:cubicBezTo>
                  <a:pt x="202016" y="130969"/>
                  <a:pt x="250031" y="178984"/>
                  <a:pt x="250031" y="238125"/>
                </a:cubicBezTo>
                <a:cubicBezTo>
                  <a:pt x="250031" y="297266"/>
                  <a:pt x="202016" y="345281"/>
                  <a:pt x="142875" y="345281"/>
                </a:cubicBezTo>
                <a:cubicBezTo>
                  <a:pt x="83734" y="345281"/>
                  <a:pt x="35719" y="297266"/>
                  <a:pt x="35719" y="238125"/>
                </a:cubicBezTo>
                <a:cubicBezTo>
                  <a:pt x="35719" y="178984"/>
                  <a:pt x="83734" y="130969"/>
                  <a:pt x="142875" y="130969"/>
                </a:cubicBezTo>
                <a:close/>
                <a:moveTo>
                  <a:pt x="0" y="619125"/>
                </a:moveTo>
                <a:cubicBezTo>
                  <a:pt x="0" y="513904"/>
                  <a:pt x="85279" y="428625"/>
                  <a:pt x="190500" y="428625"/>
                </a:cubicBezTo>
                <a:cubicBezTo>
                  <a:pt x="209550" y="428625"/>
                  <a:pt x="228005" y="431453"/>
                  <a:pt x="245418" y="436662"/>
                </a:cubicBezTo>
                <a:cubicBezTo>
                  <a:pt x="196453" y="491430"/>
                  <a:pt x="166688" y="563761"/>
                  <a:pt x="166688" y="642938"/>
                </a:cubicBezTo>
                <a:lnTo>
                  <a:pt x="166688" y="666750"/>
                </a:lnTo>
                <a:cubicBezTo>
                  <a:pt x="166688" y="683716"/>
                  <a:pt x="170259" y="699790"/>
                  <a:pt x="176659" y="714375"/>
                </a:cubicBezTo>
                <a:lnTo>
                  <a:pt x="47625" y="714375"/>
                </a:lnTo>
                <a:cubicBezTo>
                  <a:pt x="21282" y="714375"/>
                  <a:pt x="0" y="693093"/>
                  <a:pt x="0" y="666750"/>
                </a:cubicBezTo>
                <a:lnTo>
                  <a:pt x="0" y="619125"/>
                </a:lnTo>
                <a:close/>
                <a:moveTo>
                  <a:pt x="775841" y="714375"/>
                </a:moveTo>
                <a:cubicBezTo>
                  <a:pt x="782241" y="699790"/>
                  <a:pt x="785813" y="683716"/>
                  <a:pt x="785813" y="666750"/>
                </a:cubicBezTo>
                <a:lnTo>
                  <a:pt x="785813" y="642938"/>
                </a:lnTo>
                <a:cubicBezTo>
                  <a:pt x="785813" y="563761"/>
                  <a:pt x="756047" y="491430"/>
                  <a:pt x="707082" y="436662"/>
                </a:cubicBezTo>
                <a:cubicBezTo>
                  <a:pt x="724495" y="431453"/>
                  <a:pt x="742950" y="428625"/>
                  <a:pt x="762000" y="428625"/>
                </a:cubicBezTo>
                <a:cubicBezTo>
                  <a:pt x="867221" y="428625"/>
                  <a:pt x="952500" y="513904"/>
                  <a:pt x="952500" y="619125"/>
                </a:cubicBezTo>
                <a:lnTo>
                  <a:pt x="952500" y="666750"/>
                </a:lnTo>
                <a:cubicBezTo>
                  <a:pt x="952500" y="693093"/>
                  <a:pt x="931218" y="714375"/>
                  <a:pt x="904875" y="714375"/>
                </a:cubicBezTo>
                <a:lnTo>
                  <a:pt x="775841" y="714375"/>
                </a:lnTo>
                <a:close/>
                <a:moveTo>
                  <a:pt x="702469" y="238125"/>
                </a:moveTo>
                <a:cubicBezTo>
                  <a:pt x="702469" y="178984"/>
                  <a:pt x="750484" y="130969"/>
                  <a:pt x="809625" y="130969"/>
                </a:cubicBezTo>
                <a:cubicBezTo>
                  <a:pt x="868766" y="130969"/>
                  <a:pt x="916781" y="178984"/>
                  <a:pt x="916781" y="238125"/>
                </a:cubicBezTo>
                <a:cubicBezTo>
                  <a:pt x="916781" y="297266"/>
                  <a:pt x="868766" y="345281"/>
                  <a:pt x="809625" y="345281"/>
                </a:cubicBezTo>
                <a:cubicBezTo>
                  <a:pt x="750484" y="345281"/>
                  <a:pt x="702469" y="297266"/>
                  <a:pt x="702469" y="238125"/>
                </a:cubicBezTo>
                <a:close/>
                <a:moveTo>
                  <a:pt x="238125" y="642938"/>
                </a:moveTo>
                <a:cubicBezTo>
                  <a:pt x="238125" y="511373"/>
                  <a:pt x="344686" y="404813"/>
                  <a:pt x="476250" y="404813"/>
                </a:cubicBezTo>
                <a:cubicBezTo>
                  <a:pt x="607814" y="404813"/>
                  <a:pt x="714375" y="511373"/>
                  <a:pt x="714375" y="642938"/>
                </a:cubicBezTo>
                <a:lnTo>
                  <a:pt x="714375" y="666750"/>
                </a:lnTo>
                <a:cubicBezTo>
                  <a:pt x="714375" y="693093"/>
                  <a:pt x="693093" y="714375"/>
                  <a:pt x="666750" y="714375"/>
                </a:cubicBezTo>
                <a:lnTo>
                  <a:pt x="285750" y="714375"/>
                </a:lnTo>
                <a:cubicBezTo>
                  <a:pt x="259407" y="714375"/>
                  <a:pt x="238125" y="693093"/>
                  <a:pt x="238125" y="666750"/>
                </a:cubicBezTo>
                <a:lnTo>
                  <a:pt x="238125" y="642938"/>
                </a:lnTo>
                <a:close/>
              </a:path>
            </a:pathLst>
          </a:custGeom>
          <a:solidFill>
            <a:srgbClr val="3A3F6B"/>
          </a:solidFill>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05-12:21:50-d2t6anlnfo2stf9didn0.png"/>
          <p:cNvPicPr>
            <a:picLocks noChangeAspect="1"/>
          </p:cNvPicPr>
          <p:nvPr/>
        </p:nvPicPr>
        <p:blipFill>
          <a:blip r:embed="rId1">
            <a:alphaModFix amt="10000"/>
          </a:blip>
          <a:srcRect l="26" r="26"/>
          <a:stretch>
            <a:fillRect/>
          </a:stretch>
        </p:blipFill>
        <p:spPr>
          <a:xfrm>
            <a:off x="0" y="0"/>
            <a:ext cx="12192000" cy="6858000"/>
          </a:xfrm>
          <a:prstGeom prst="rect">
            <a:avLst/>
          </a:prstGeom>
        </p:spPr>
      </p:pic>
      <p:pic>
        <p:nvPicPr>
          <p:cNvPr id="3" name="Image 1" descr="https://kimi-img.moonshot.cn/pub/slides/slides_tmpl/image/25-09-05-12:21:53-d2t6aodnfo2stf9didqg.jpg"/>
          <p:cNvPicPr>
            <a:picLocks noChangeAspect="1"/>
          </p:cNvPicPr>
          <p:nvPr/>
        </p:nvPicPr>
        <p:blipFill>
          <a:blip r:embed="rId2"/>
          <a:srcRect t="3" b="3"/>
          <a:stretch>
            <a:fillRect/>
          </a:stretch>
        </p:blipFill>
        <p:spPr>
          <a:xfrm>
            <a:off x="0" y="0"/>
            <a:ext cx="12214225" cy="6953885"/>
          </a:xfrm>
          <a:prstGeom prst="rect">
            <a:avLst/>
          </a:prstGeom>
        </p:spPr>
      </p:pic>
      <p:sp>
        <p:nvSpPr>
          <p:cNvPr id="4" name="Text 0"/>
          <p:cNvSpPr/>
          <p:nvPr/>
        </p:nvSpPr>
        <p:spPr>
          <a:xfrm>
            <a:off x="649605" y="1609090"/>
            <a:ext cx="6096000" cy="1322070"/>
          </a:xfrm>
          <a:prstGeom prst="rect">
            <a:avLst/>
          </a:prstGeom>
          <a:noFill/>
        </p:spPr>
        <p:txBody>
          <a:bodyPr wrap="square" lIns="91440" tIns="45720" rIns="91440" bIns="45720" rtlCol="0" anchor="t">
            <a:spAutoFit/>
          </a:bodyPr>
          <a:lstStyle/>
          <a:p>
            <a:pPr marL="0" indent="0" algn="l">
              <a:lnSpc>
                <a:spcPct val="100000"/>
              </a:lnSpc>
              <a:buNone/>
            </a:pPr>
            <a:r>
              <a:rPr lang="en-US" sz="8000" b="1" dirty="0">
                <a:solidFill>
                  <a:srgbClr val="000000"/>
                </a:solidFill>
                <a:latin typeface="MiSans" pitchFamily="34" charset="-122"/>
                <a:ea typeface="MiSans" pitchFamily="34" charset="-122"/>
                <a:cs typeface="MiSans" pitchFamily="34" charset="-120"/>
              </a:rPr>
              <a:t>07</a:t>
            </a:r>
            <a:endParaRPr lang="en-US" sz="1600" dirty="0"/>
          </a:p>
        </p:txBody>
      </p:sp>
      <p:sp>
        <p:nvSpPr>
          <p:cNvPr id="5" name="Text 1"/>
          <p:cNvSpPr/>
          <p:nvPr/>
        </p:nvSpPr>
        <p:spPr>
          <a:xfrm>
            <a:off x="649605" y="2985135"/>
            <a:ext cx="5382895" cy="1568450"/>
          </a:xfrm>
          <a:prstGeom prst="rect">
            <a:avLst/>
          </a:prstGeom>
          <a:noFill/>
        </p:spPr>
        <p:txBody>
          <a:bodyPr wrap="square" lIns="91440" tIns="45720" rIns="91440" bIns="45720" rtlCol="0" anchor="t">
            <a:spAutoFit/>
          </a:bodyPr>
          <a:lstStyle/>
          <a:p>
            <a:pPr marL="0" indent="0" algn="l">
              <a:lnSpc>
                <a:spcPct val="100000"/>
              </a:lnSpc>
              <a:buNone/>
            </a:pPr>
            <a:r>
              <a:rPr lang="en-US" sz="4800" b="1" dirty="0">
                <a:solidFill>
                  <a:srgbClr val="404040"/>
                </a:solidFill>
                <a:latin typeface="MiSans" pitchFamily="34" charset="-122"/>
                <a:ea typeface="MiSans" pitchFamily="34" charset="-122"/>
                <a:cs typeface="MiSans" pitchFamily="34" charset="-120"/>
              </a:rPr>
              <a:t>成果与展望</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09-05-12:21:50-d2t6anlnfo2stf9didn0.png"/>
          <p:cNvPicPr>
            <a:picLocks noChangeAspect="1"/>
          </p:cNvPicPr>
          <p:nvPr/>
        </p:nvPicPr>
        <p:blipFill>
          <a:blip r:embed="rId1">
            <a:alphaModFix amt="10000"/>
          </a:blip>
          <a:srcRect l="26" r="26"/>
          <a:stretch>
            <a:fillRect/>
          </a:stretch>
        </p:blipFill>
        <p:spPr>
          <a:xfrm>
            <a:off x="0" y="0"/>
            <a:ext cx="12192000" cy="6858000"/>
          </a:xfrm>
          <a:prstGeom prst="rect">
            <a:avLst/>
          </a:prstGeom>
        </p:spPr>
      </p:pic>
      <p:pic>
        <p:nvPicPr>
          <p:cNvPr id="3" name="Image 1" descr="https://kimi-img.moonshot.cn/pub/slides/slides_tmpl/image/25-09-05-12:21:50-d2t6anlnfo2stf9didng.jpg"/>
          <p:cNvPicPr>
            <a:picLocks noChangeAspect="1"/>
          </p:cNvPicPr>
          <p:nvPr/>
        </p:nvPicPr>
        <p:blipFill>
          <a:blip r:embed="rId2"/>
          <a:stretch>
            <a:fillRect/>
          </a:stretch>
        </p:blipFill>
        <p:spPr>
          <a:xfrm>
            <a:off x="635" y="9525"/>
            <a:ext cx="12273280" cy="6885305"/>
          </a:xfrm>
          <a:prstGeom prst="rect">
            <a:avLst/>
          </a:prstGeom>
        </p:spPr>
      </p:pic>
      <p:sp>
        <p:nvSpPr>
          <p:cNvPr id="4" name="Text 0"/>
          <p:cNvSpPr/>
          <p:nvPr/>
        </p:nvSpPr>
        <p:spPr>
          <a:xfrm>
            <a:off x="254000" y="1574800"/>
            <a:ext cx="5943600" cy="457200"/>
          </a:xfrm>
          <a:prstGeom prst="rect">
            <a:avLst/>
          </a:prstGeom>
          <a:noFill/>
        </p:spPr>
        <p:txBody>
          <a:bodyPr wrap="square" lIns="0" tIns="0" rIns="0" bIns="0" rtlCol="0" anchor="ctr"/>
          <a:lstStyle/>
          <a:p>
            <a:pPr marL="0" indent="0">
              <a:lnSpc>
                <a:spcPct val="100000"/>
              </a:lnSpc>
              <a:buNone/>
            </a:pPr>
            <a:r>
              <a:rPr lang="en-US" sz="3000" dirty="0">
                <a:solidFill>
                  <a:srgbClr val="8A75F5"/>
                </a:solidFill>
                <a:latin typeface="Noto Sans SC" panose="020B0200000000000000" pitchFamily="34" charset="-122"/>
                <a:ea typeface="Noto Sans SC" panose="020B0200000000000000" pitchFamily="34" charset="-122"/>
                <a:cs typeface="Noto Sans SC" panose="020B0200000000000000" pitchFamily="34" charset="-120"/>
              </a:rPr>
              <a:t>项目成果清单</a:t>
            </a:r>
            <a:endParaRPr lang="en-US" sz="1600" dirty="0"/>
          </a:p>
        </p:txBody>
      </p:sp>
      <p:sp>
        <p:nvSpPr>
          <p:cNvPr id="5" name="Text 1"/>
          <p:cNvSpPr/>
          <p:nvPr/>
        </p:nvSpPr>
        <p:spPr>
          <a:xfrm>
            <a:off x="254000" y="2235200"/>
            <a:ext cx="5435600" cy="609600"/>
          </a:xfrm>
          <a:prstGeom prst="rect">
            <a:avLst/>
          </a:prstGeom>
          <a:noFill/>
        </p:spPr>
        <p:txBody>
          <a:bodyPr wrap="square" lIns="0" tIns="0" rIns="0" bIns="0" rtlCol="0" anchor="ctr"/>
          <a:lstStyle/>
          <a:p>
            <a:pPr marL="0" indent="0">
              <a:lnSpc>
                <a:spcPct val="130000"/>
              </a:lnSpc>
              <a:buNone/>
            </a:pPr>
            <a:r>
              <a:rPr lang="en-US" sz="1600" dirty="0">
                <a:solidFill>
                  <a:srgbClr val="3A3F6B"/>
                </a:solidFill>
                <a:latin typeface="Noto Sans SC" panose="020B0200000000000000" pitchFamily="34" charset="-122"/>
                <a:ea typeface="Noto Sans SC" panose="020B0200000000000000" pitchFamily="34" charset="-122"/>
                <a:cs typeface="Noto Sans SC" panose="020B0200000000000000" pitchFamily="34" charset="-120"/>
              </a:rPr>
              <a:t>项目已成功达成预期目标，所有核心性能指标均超额完成，为毕业设计交出满意答卷。</a:t>
            </a:r>
            <a:endParaRPr lang="en-US" sz="1600" dirty="0"/>
          </a:p>
        </p:txBody>
      </p:sp>
      <p:sp>
        <p:nvSpPr>
          <p:cNvPr id="6" name="Shape 2"/>
          <p:cNvSpPr/>
          <p:nvPr>
            <p:custDataLst>
              <p:tags r:id="rId3"/>
            </p:custDataLst>
          </p:nvPr>
        </p:nvSpPr>
        <p:spPr>
          <a:xfrm>
            <a:off x="254000" y="3149600"/>
            <a:ext cx="5435600" cy="609600"/>
          </a:xfrm>
          <a:custGeom>
            <a:avLst/>
            <a:gdLst/>
            <a:ahLst/>
            <a:cxnLst/>
            <a:rect l="l" t="t" r="r" b="b"/>
            <a:pathLst>
              <a:path w="5435600" h="609600">
                <a:moveTo>
                  <a:pt x="101602" y="0"/>
                </a:moveTo>
                <a:lnTo>
                  <a:pt x="5333998" y="0"/>
                </a:lnTo>
                <a:cubicBezTo>
                  <a:pt x="5390111" y="0"/>
                  <a:pt x="5435600" y="45489"/>
                  <a:pt x="5435600" y="101602"/>
                </a:cubicBezTo>
                <a:lnTo>
                  <a:pt x="5435600" y="507998"/>
                </a:lnTo>
                <a:cubicBezTo>
                  <a:pt x="5435600" y="564111"/>
                  <a:pt x="5390111" y="609600"/>
                  <a:pt x="5333998" y="609600"/>
                </a:cubicBezTo>
                <a:lnTo>
                  <a:pt x="101602" y="609600"/>
                </a:lnTo>
                <a:cubicBezTo>
                  <a:pt x="45489" y="609600"/>
                  <a:pt x="0" y="564111"/>
                  <a:pt x="0" y="507998"/>
                </a:cubicBezTo>
                <a:lnTo>
                  <a:pt x="0" y="101602"/>
                </a:lnTo>
                <a:cubicBezTo>
                  <a:pt x="0" y="45526"/>
                  <a:pt x="45526" y="0"/>
                  <a:pt x="101602" y="0"/>
                </a:cubicBezTo>
                <a:close/>
              </a:path>
            </a:pathLst>
          </a:custGeom>
          <a:solidFill>
            <a:srgbClr val="8A75F5">
              <a:alpha val="13333"/>
            </a:srgbClr>
          </a:solidFill>
        </p:spPr>
      </p:sp>
      <p:sp>
        <p:nvSpPr>
          <p:cNvPr id="7" name="Shape 3"/>
          <p:cNvSpPr/>
          <p:nvPr>
            <p:custDataLst>
              <p:tags r:id="rId4"/>
            </p:custDataLst>
          </p:nvPr>
        </p:nvSpPr>
        <p:spPr>
          <a:xfrm>
            <a:off x="355600" y="3251200"/>
            <a:ext cx="406400" cy="406400"/>
          </a:xfrm>
          <a:custGeom>
            <a:avLst/>
            <a:gdLst/>
            <a:ahLst/>
            <a:cxnLst/>
            <a:rect l="l" t="t" r="r" b="b"/>
            <a:pathLst>
              <a:path w="406400" h="406400">
                <a:moveTo>
                  <a:pt x="203200" y="0"/>
                </a:moveTo>
                <a:lnTo>
                  <a:pt x="203200" y="0"/>
                </a:lnTo>
                <a:cubicBezTo>
                  <a:pt x="315349" y="0"/>
                  <a:pt x="406400" y="91051"/>
                  <a:pt x="406400" y="203200"/>
                </a:cubicBezTo>
                <a:lnTo>
                  <a:pt x="406400" y="203200"/>
                </a:lnTo>
                <a:cubicBezTo>
                  <a:pt x="406400" y="315349"/>
                  <a:pt x="315349" y="406400"/>
                  <a:pt x="203200" y="406400"/>
                </a:cubicBezTo>
                <a:lnTo>
                  <a:pt x="203200" y="406400"/>
                </a:lnTo>
                <a:cubicBezTo>
                  <a:pt x="91051" y="406400"/>
                  <a:pt x="0" y="315349"/>
                  <a:pt x="0" y="203200"/>
                </a:cubicBezTo>
                <a:lnTo>
                  <a:pt x="0" y="203200"/>
                </a:lnTo>
                <a:cubicBezTo>
                  <a:pt x="0" y="91051"/>
                  <a:pt x="91051" y="0"/>
                  <a:pt x="203200" y="0"/>
                </a:cubicBezTo>
                <a:close/>
              </a:path>
            </a:pathLst>
          </a:custGeom>
          <a:solidFill>
            <a:srgbClr val="8A75F5">
              <a:alpha val="66667"/>
            </a:srgbClr>
          </a:solidFill>
        </p:spPr>
      </p:sp>
      <p:sp>
        <p:nvSpPr>
          <p:cNvPr id="8" name="Shape 4"/>
          <p:cNvSpPr/>
          <p:nvPr>
            <p:custDataLst>
              <p:tags r:id="rId5"/>
            </p:custDataLst>
          </p:nvPr>
        </p:nvSpPr>
        <p:spPr>
          <a:xfrm>
            <a:off x="457200" y="3352800"/>
            <a:ext cx="203200" cy="203200"/>
          </a:xfrm>
          <a:custGeom>
            <a:avLst/>
            <a:gdLst/>
            <a:ahLst/>
            <a:cxnLst/>
            <a:rect l="l" t="t" r="r" b="b"/>
            <a:pathLst>
              <a:path w="203200" h="203200">
                <a:moveTo>
                  <a:pt x="139660" y="111125"/>
                </a:moveTo>
                <a:lnTo>
                  <a:pt x="63897" y="111125"/>
                </a:lnTo>
                <a:cubicBezTo>
                  <a:pt x="65048" y="136723"/>
                  <a:pt x="70723" y="160298"/>
                  <a:pt x="78780" y="177562"/>
                </a:cubicBezTo>
                <a:cubicBezTo>
                  <a:pt x="83304" y="187285"/>
                  <a:pt x="88186" y="194151"/>
                  <a:pt x="92710" y="198358"/>
                </a:cubicBezTo>
                <a:cubicBezTo>
                  <a:pt x="97155" y="202525"/>
                  <a:pt x="100211" y="203200"/>
                  <a:pt x="101798" y="203200"/>
                </a:cubicBezTo>
                <a:cubicBezTo>
                  <a:pt x="103386" y="203200"/>
                  <a:pt x="106442" y="202525"/>
                  <a:pt x="110887" y="198358"/>
                </a:cubicBezTo>
                <a:cubicBezTo>
                  <a:pt x="115411" y="194151"/>
                  <a:pt x="120293" y="187246"/>
                  <a:pt x="124817" y="177562"/>
                </a:cubicBezTo>
                <a:cubicBezTo>
                  <a:pt x="132874" y="160298"/>
                  <a:pt x="138549" y="136723"/>
                  <a:pt x="139700" y="111125"/>
                </a:cubicBezTo>
                <a:close/>
                <a:moveTo>
                  <a:pt x="63857" y="92075"/>
                </a:moveTo>
                <a:lnTo>
                  <a:pt x="139621" y="92075"/>
                </a:lnTo>
                <a:cubicBezTo>
                  <a:pt x="138509" y="66477"/>
                  <a:pt x="132834" y="42902"/>
                  <a:pt x="124777" y="25638"/>
                </a:cubicBezTo>
                <a:cubicBezTo>
                  <a:pt x="120253" y="15954"/>
                  <a:pt x="115372" y="9049"/>
                  <a:pt x="110847" y="4842"/>
                </a:cubicBezTo>
                <a:cubicBezTo>
                  <a:pt x="106402" y="675"/>
                  <a:pt x="103346" y="0"/>
                  <a:pt x="101759" y="0"/>
                </a:cubicBezTo>
                <a:cubicBezTo>
                  <a:pt x="100171" y="0"/>
                  <a:pt x="97115" y="675"/>
                  <a:pt x="92670" y="4842"/>
                </a:cubicBezTo>
                <a:cubicBezTo>
                  <a:pt x="88146" y="9049"/>
                  <a:pt x="83264" y="15954"/>
                  <a:pt x="78740" y="25638"/>
                </a:cubicBezTo>
                <a:cubicBezTo>
                  <a:pt x="70683" y="42902"/>
                  <a:pt x="65008" y="66477"/>
                  <a:pt x="63857" y="92075"/>
                </a:cubicBezTo>
                <a:close/>
                <a:moveTo>
                  <a:pt x="44807" y="92075"/>
                </a:moveTo>
                <a:cubicBezTo>
                  <a:pt x="46196" y="58103"/>
                  <a:pt x="54967" y="26551"/>
                  <a:pt x="67786" y="5834"/>
                </a:cubicBezTo>
                <a:cubicBezTo>
                  <a:pt x="31234" y="18772"/>
                  <a:pt x="4326" y="52070"/>
                  <a:pt x="595" y="92075"/>
                </a:cubicBezTo>
                <a:lnTo>
                  <a:pt x="44807" y="92075"/>
                </a:lnTo>
                <a:close/>
                <a:moveTo>
                  <a:pt x="595" y="111125"/>
                </a:moveTo>
                <a:cubicBezTo>
                  <a:pt x="4326" y="151130"/>
                  <a:pt x="31234" y="184428"/>
                  <a:pt x="67786" y="197366"/>
                </a:cubicBezTo>
                <a:cubicBezTo>
                  <a:pt x="54967" y="176649"/>
                  <a:pt x="46196" y="145098"/>
                  <a:pt x="44807" y="111125"/>
                </a:cubicBezTo>
                <a:lnTo>
                  <a:pt x="595" y="111125"/>
                </a:lnTo>
                <a:close/>
                <a:moveTo>
                  <a:pt x="158710" y="111125"/>
                </a:moveTo>
                <a:cubicBezTo>
                  <a:pt x="157321" y="145098"/>
                  <a:pt x="148550" y="176649"/>
                  <a:pt x="135731" y="197366"/>
                </a:cubicBezTo>
                <a:cubicBezTo>
                  <a:pt x="172283" y="184388"/>
                  <a:pt x="199192" y="151130"/>
                  <a:pt x="202922" y="111125"/>
                </a:cubicBezTo>
                <a:lnTo>
                  <a:pt x="158710" y="111125"/>
                </a:lnTo>
                <a:close/>
                <a:moveTo>
                  <a:pt x="202922" y="92075"/>
                </a:moveTo>
                <a:cubicBezTo>
                  <a:pt x="199192" y="52070"/>
                  <a:pt x="172283" y="18772"/>
                  <a:pt x="135731" y="5834"/>
                </a:cubicBezTo>
                <a:cubicBezTo>
                  <a:pt x="148550" y="26551"/>
                  <a:pt x="157321" y="58103"/>
                  <a:pt x="158710" y="92075"/>
                </a:cubicBezTo>
                <a:lnTo>
                  <a:pt x="202922" y="92075"/>
                </a:lnTo>
                <a:close/>
              </a:path>
            </a:pathLst>
          </a:custGeom>
          <a:solidFill>
            <a:srgbClr val="FFFFFF"/>
          </a:solidFill>
        </p:spPr>
      </p:sp>
      <p:sp>
        <p:nvSpPr>
          <p:cNvPr id="9" name="Text 5"/>
          <p:cNvSpPr/>
          <p:nvPr>
            <p:custDataLst>
              <p:tags r:id="rId6"/>
            </p:custDataLst>
          </p:nvPr>
        </p:nvSpPr>
        <p:spPr>
          <a:xfrm>
            <a:off x="914400" y="3302000"/>
            <a:ext cx="2133600" cy="304800"/>
          </a:xfrm>
          <a:prstGeom prst="rect">
            <a:avLst/>
          </a:prstGeom>
          <a:noFill/>
        </p:spPr>
        <p:txBody>
          <a:bodyPr wrap="square" lIns="0" tIns="0" rIns="0" bIns="0" rtlCol="0" anchor="ctr"/>
          <a:lstStyle/>
          <a:p>
            <a:pPr marL="0" indent="0">
              <a:lnSpc>
                <a:spcPct val="130000"/>
              </a:lnSpc>
              <a:buNone/>
            </a:pPr>
            <a:r>
              <a:rPr lang="en-US" sz="1600" dirty="0">
                <a:solidFill>
                  <a:srgbClr val="3A3F6B"/>
                </a:solidFill>
                <a:latin typeface="Noto Sans SC" panose="020B0200000000000000" pitchFamily="34" charset="-122"/>
                <a:ea typeface="Noto Sans SC" panose="020B0200000000000000" pitchFamily="34" charset="-122"/>
                <a:cs typeface="Noto Sans SC" panose="020B0200000000000000" pitchFamily="34" charset="-120"/>
              </a:rPr>
              <a:t>可访问的站点</a:t>
            </a:r>
            <a:endParaRPr lang="en-US" sz="1600" dirty="0"/>
          </a:p>
        </p:txBody>
      </p:sp>
      <p:sp>
        <p:nvSpPr>
          <p:cNvPr id="10" name="Shape 6"/>
          <p:cNvSpPr/>
          <p:nvPr>
            <p:custDataLst>
              <p:tags r:id="rId7"/>
            </p:custDataLst>
          </p:nvPr>
        </p:nvSpPr>
        <p:spPr>
          <a:xfrm>
            <a:off x="254000" y="3911600"/>
            <a:ext cx="5435600" cy="609600"/>
          </a:xfrm>
          <a:custGeom>
            <a:avLst/>
            <a:gdLst/>
            <a:ahLst/>
            <a:cxnLst/>
            <a:rect l="l" t="t" r="r" b="b"/>
            <a:pathLst>
              <a:path w="5435600" h="609600">
                <a:moveTo>
                  <a:pt x="101602" y="0"/>
                </a:moveTo>
                <a:lnTo>
                  <a:pt x="5333998" y="0"/>
                </a:lnTo>
                <a:cubicBezTo>
                  <a:pt x="5390111" y="0"/>
                  <a:pt x="5435600" y="45489"/>
                  <a:pt x="5435600" y="101602"/>
                </a:cubicBezTo>
                <a:lnTo>
                  <a:pt x="5435600" y="507998"/>
                </a:lnTo>
                <a:cubicBezTo>
                  <a:pt x="5435600" y="564111"/>
                  <a:pt x="5390111" y="609600"/>
                  <a:pt x="5333998" y="609600"/>
                </a:cubicBezTo>
                <a:lnTo>
                  <a:pt x="101602" y="609600"/>
                </a:lnTo>
                <a:cubicBezTo>
                  <a:pt x="45489" y="609600"/>
                  <a:pt x="0" y="564111"/>
                  <a:pt x="0" y="507998"/>
                </a:cubicBezTo>
                <a:lnTo>
                  <a:pt x="0" y="101602"/>
                </a:lnTo>
                <a:cubicBezTo>
                  <a:pt x="0" y="45526"/>
                  <a:pt x="45526" y="0"/>
                  <a:pt x="101602" y="0"/>
                </a:cubicBezTo>
                <a:close/>
              </a:path>
            </a:pathLst>
          </a:custGeom>
          <a:solidFill>
            <a:srgbClr val="8EB8F8">
              <a:alpha val="13333"/>
            </a:srgbClr>
          </a:solidFill>
        </p:spPr>
      </p:sp>
      <p:sp>
        <p:nvSpPr>
          <p:cNvPr id="11" name="Shape 7"/>
          <p:cNvSpPr/>
          <p:nvPr>
            <p:custDataLst>
              <p:tags r:id="rId8"/>
            </p:custDataLst>
          </p:nvPr>
        </p:nvSpPr>
        <p:spPr>
          <a:xfrm>
            <a:off x="355600" y="4013200"/>
            <a:ext cx="406400" cy="406400"/>
          </a:xfrm>
          <a:custGeom>
            <a:avLst/>
            <a:gdLst/>
            <a:ahLst/>
            <a:cxnLst/>
            <a:rect l="l" t="t" r="r" b="b"/>
            <a:pathLst>
              <a:path w="406400" h="406400">
                <a:moveTo>
                  <a:pt x="203200" y="0"/>
                </a:moveTo>
                <a:lnTo>
                  <a:pt x="203200" y="0"/>
                </a:lnTo>
                <a:cubicBezTo>
                  <a:pt x="315349" y="0"/>
                  <a:pt x="406400" y="91051"/>
                  <a:pt x="406400" y="203200"/>
                </a:cubicBezTo>
                <a:lnTo>
                  <a:pt x="406400" y="203200"/>
                </a:lnTo>
                <a:cubicBezTo>
                  <a:pt x="406400" y="315349"/>
                  <a:pt x="315349" y="406400"/>
                  <a:pt x="203200" y="406400"/>
                </a:cubicBezTo>
                <a:lnTo>
                  <a:pt x="203200" y="406400"/>
                </a:lnTo>
                <a:cubicBezTo>
                  <a:pt x="91051" y="406400"/>
                  <a:pt x="0" y="315349"/>
                  <a:pt x="0" y="203200"/>
                </a:cubicBezTo>
                <a:lnTo>
                  <a:pt x="0" y="203200"/>
                </a:lnTo>
                <a:cubicBezTo>
                  <a:pt x="0" y="91051"/>
                  <a:pt x="91051" y="0"/>
                  <a:pt x="203200" y="0"/>
                </a:cubicBezTo>
                <a:close/>
              </a:path>
            </a:pathLst>
          </a:custGeom>
          <a:solidFill>
            <a:srgbClr val="8EB8F8"/>
          </a:solidFill>
        </p:spPr>
      </p:sp>
      <p:sp>
        <p:nvSpPr>
          <p:cNvPr id="12" name="Shape 8"/>
          <p:cNvSpPr/>
          <p:nvPr>
            <p:custDataLst>
              <p:tags r:id="rId9"/>
            </p:custDataLst>
          </p:nvPr>
        </p:nvSpPr>
        <p:spPr>
          <a:xfrm>
            <a:off x="457200" y="4114800"/>
            <a:ext cx="203200" cy="203200"/>
          </a:xfrm>
          <a:custGeom>
            <a:avLst/>
            <a:gdLst/>
            <a:ahLst/>
            <a:cxnLst/>
            <a:rect l="l" t="t" r="r" b="b"/>
            <a:pathLst>
              <a:path w="203200" h="203200">
                <a:moveTo>
                  <a:pt x="69017" y="157718"/>
                </a:moveTo>
                <a:cubicBezTo>
                  <a:pt x="69017" y="158512"/>
                  <a:pt x="68104" y="159147"/>
                  <a:pt x="66953" y="159147"/>
                </a:cubicBezTo>
                <a:cubicBezTo>
                  <a:pt x="65643" y="159266"/>
                  <a:pt x="64730" y="158631"/>
                  <a:pt x="64730" y="157718"/>
                </a:cubicBezTo>
                <a:cubicBezTo>
                  <a:pt x="64730" y="156924"/>
                  <a:pt x="65643" y="156289"/>
                  <a:pt x="66794" y="156289"/>
                </a:cubicBezTo>
                <a:cubicBezTo>
                  <a:pt x="67985" y="156170"/>
                  <a:pt x="69017" y="156805"/>
                  <a:pt x="69017" y="157718"/>
                </a:cubicBezTo>
                <a:close/>
                <a:moveTo>
                  <a:pt x="56674" y="155932"/>
                </a:moveTo>
                <a:cubicBezTo>
                  <a:pt x="56396" y="156726"/>
                  <a:pt x="57190" y="157639"/>
                  <a:pt x="58380" y="157877"/>
                </a:cubicBezTo>
                <a:cubicBezTo>
                  <a:pt x="59412" y="158274"/>
                  <a:pt x="60603" y="157877"/>
                  <a:pt x="60841" y="157083"/>
                </a:cubicBezTo>
                <a:cubicBezTo>
                  <a:pt x="61079" y="156289"/>
                  <a:pt x="60325" y="155377"/>
                  <a:pt x="59134" y="155019"/>
                </a:cubicBezTo>
                <a:cubicBezTo>
                  <a:pt x="58103" y="154742"/>
                  <a:pt x="56952" y="155138"/>
                  <a:pt x="56674" y="155932"/>
                </a:cubicBezTo>
                <a:close/>
                <a:moveTo>
                  <a:pt x="74216" y="155258"/>
                </a:moveTo>
                <a:cubicBezTo>
                  <a:pt x="73065" y="155535"/>
                  <a:pt x="72271" y="156289"/>
                  <a:pt x="72390" y="157202"/>
                </a:cubicBezTo>
                <a:cubicBezTo>
                  <a:pt x="72509" y="157996"/>
                  <a:pt x="73541" y="158512"/>
                  <a:pt x="74732" y="158234"/>
                </a:cubicBezTo>
                <a:cubicBezTo>
                  <a:pt x="75883" y="157956"/>
                  <a:pt x="76676" y="157202"/>
                  <a:pt x="76557" y="156408"/>
                </a:cubicBezTo>
                <a:cubicBezTo>
                  <a:pt x="76438" y="155654"/>
                  <a:pt x="75367" y="155138"/>
                  <a:pt x="74216" y="155258"/>
                </a:cubicBezTo>
                <a:close/>
                <a:moveTo>
                  <a:pt x="100330" y="3175"/>
                </a:moveTo>
                <a:cubicBezTo>
                  <a:pt x="45283" y="3175"/>
                  <a:pt x="3175" y="44966"/>
                  <a:pt x="3175" y="100013"/>
                </a:cubicBezTo>
                <a:cubicBezTo>
                  <a:pt x="3175" y="144026"/>
                  <a:pt x="30877" y="181689"/>
                  <a:pt x="70445" y="194945"/>
                </a:cubicBezTo>
                <a:cubicBezTo>
                  <a:pt x="75525" y="195858"/>
                  <a:pt x="77311" y="192722"/>
                  <a:pt x="77311" y="190143"/>
                </a:cubicBezTo>
                <a:cubicBezTo>
                  <a:pt x="77311" y="187682"/>
                  <a:pt x="77192" y="174109"/>
                  <a:pt x="77192" y="165775"/>
                </a:cubicBezTo>
                <a:cubicBezTo>
                  <a:pt x="77192" y="165775"/>
                  <a:pt x="49411" y="171728"/>
                  <a:pt x="43577" y="153948"/>
                </a:cubicBezTo>
                <a:cubicBezTo>
                  <a:pt x="43577" y="153948"/>
                  <a:pt x="39052" y="142399"/>
                  <a:pt x="32544" y="139422"/>
                </a:cubicBezTo>
                <a:cubicBezTo>
                  <a:pt x="32544" y="139422"/>
                  <a:pt x="23455" y="133191"/>
                  <a:pt x="33179" y="133310"/>
                </a:cubicBezTo>
                <a:cubicBezTo>
                  <a:pt x="33179" y="133310"/>
                  <a:pt x="43061" y="134104"/>
                  <a:pt x="48498" y="143550"/>
                </a:cubicBezTo>
                <a:cubicBezTo>
                  <a:pt x="57190" y="158869"/>
                  <a:pt x="71755" y="154464"/>
                  <a:pt x="77430" y="151844"/>
                </a:cubicBezTo>
                <a:cubicBezTo>
                  <a:pt x="78343" y="145494"/>
                  <a:pt x="80923" y="141089"/>
                  <a:pt x="83780" y="138470"/>
                </a:cubicBezTo>
                <a:cubicBezTo>
                  <a:pt x="61595" y="136009"/>
                  <a:pt x="39211" y="132794"/>
                  <a:pt x="39211" y="94615"/>
                </a:cubicBezTo>
                <a:cubicBezTo>
                  <a:pt x="39211" y="83701"/>
                  <a:pt x="42227" y="78224"/>
                  <a:pt x="48578" y="71239"/>
                </a:cubicBezTo>
                <a:cubicBezTo>
                  <a:pt x="47546" y="68659"/>
                  <a:pt x="44172" y="58023"/>
                  <a:pt x="49609" y="44291"/>
                </a:cubicBezTo>
                <a:cubicBezTo>
                  <a:pt x="57904" y="41712"/>
                  <a:pt x="76994" y="55007"/>
                  <a:pt x="76994" y="55007"/>
                </a:cubicBezTo>
                <a:cubicBezTo>
                  <a:pt x="84931" y="52784"/>
                  <a:pt x="93464" y="51633"/>
                  <a:pt x="101918" y="51633"/>
                </a:cubicBezTo>
                <a:cubicBezTo>
                  <a:pt x="110371" y="51633"/>
                  <a:pt x="118904" y="52784"/>
                  <a:pt x="126841" y="55007"/>
                </a:cubicBezTo>
                <a:cubicBezTo>
                  <a:pt x="126841" y="55007"/>
                  <a:pt x="145931" y="41672"/>
                  <a:pt x="154226" y="44291"/>
                </a:cubicBezTo>
                <a:cubicBezTo>
                  <a:pt x="159663" y="58063"/>
                  <a:pt x="156289" y="68659"/>
                  <a:pt x="155258" y="71239"/>
                </a:cubicBezTo>
                <a:cubicBezTo>
                  <a:pt x="161608" y="78264"/>
                  <a:pt x="165497" y="83741"/>
                  <a:pt x="165497" y="94615"/>
                </a:cubicBezTo>
                <a:cubicBezTo>
                  <a:pt x="165497" y="132913"/>
                  <a:pt x="142121" y="135969"/>
                  <a:pt x="119936" y="138470"/>
                </a:cubicBezTo>
                <a:cubicBezTo>
                  <a:pt x="123587" y="141605"/>
                  <a:pt x="126683" y="147558"/>
                  <a:pt x="126683" y="156885"/>
                </a:cubicBezTo>
                <a:cubicBezTo>
                  <a:pt x="126683" y="170259"/>
                  <a:pt x="126563" y="186809"/>
                  <a:pt x="126563" y="190063"/>
                </a:cubicBezTo>
                <a:cubicBezTo>
                  <a:pt x="126563" y="192643"/>
                  <a:pt x="128389" y="195778"/>
                  <a:pt x="133429" y="194866"/>
                </a:cubicBezTo>
                <a:cubicBezTo>
                  <a:pt x="173117" y="181689"/>
                  <a:pt x="200025" y="144026"/>
                  <a:pt x="200025" y="100013"/>
                </a:cubicBezTo>
                <a:cubicBezTo>
                  <a:pt x="200025" y="44966"/>
                  <a:pt x="155377" y="3175"/>
                  <a:pt x="100330" y="3175"/>
                </a:cubicBezTo>
                <a:close/>
                <a:moveTo>
                  <a:pt x="41751" y="140057"/>
                </a:moveTo>
                <a:cubicBezTo>
                  <a:pt x="41235" y="140454"/>
                  <a:pt x="41354" y="141367"/>
                  <a:pt x="42029" y="142121"/>
                </a:cubicBezTo>
                <a:cubicBezTo>
                  <a:pt x="42664" y="142756"/>
                  <a:pt x="43577" y="143034"/>
                  <a:pt x="44093" y="142518"/>
                </a:cubicBezTo>
                <a:cubicBezTo>
                  <a:pt x="44609" y="142121"/>
                  <a:pt x="44490" y="141208"/>
                  <a:pt x="43815" y="140454"/>
                </a:cubicBezTo>
                <a:cubicBezTo>
                  <a:pt x="43180" y="139819"/>
                  <a:pt x="42267" y="139541"/>
                  <a:pt x="41751" y="140057"/>
                </a:cubicBezTo>
                <a:close/>
                <a:moveTo>
                  <a:pt x="37465" y="136842"/>
                </a:moveTo>
                <a:cubicBezTo>
                  <a:pt x="37187" y="137358"/>
                  <a:pt x="37584" y="137993"/>
                  <a:pt x="38378" y="138390"/>
                </a:cubicBezTo>
                <a:cubicBezTo>
                  <a:pt x="39013" y="138787"/>
                  <a:pt x="39807" y="138668"/>
                  <a:pt x="40084" y="138112"/>
                </a:cubicBezTo>
                <a:cubicBezTo>
                  <a:pt x="40362" y="137597"/>
                  <a:pt x="39965" y="136962"/>
                  <a:pt x="39172" y="136565"/>
                </a:cubicBezTo>
                <a:cubicBezTo>
                  <a:pt x="38378" y="136327"/>
                  <a:pt x="37743" y="136446"/>
                  <a:pt x="37465" y="136842"/>
                </a:cubicBezTo>
                <a:close/>
                <a:moveTo>
                  <a:pt x="50324" y="150971"/>
                </a:moveTo>
                <a:cubicBezTo>
                  <a:pt x="49689" y="151487"/>
                  <a:pt x="49927" y="152678"/>
                  <a:pt x="50840" y="153432"/>
                </a:cubicBezTo>
                <a:cubicBezTo>
                  <a:pt x="51753" y="154345"/>
                  <a:pt x="52903" y="154464"/>
                  <a:pt x="53419" y="153829"/>
                </a:cubicBezTo>
                <a:cubicBezTo>
                  <a:pt x="53935" y="153313"/>
                  <a:pt x="53697" y="152122"/>
                  <a:pt x="52903" y="151368"/>
                </a:cubicBezTo>
                <a:cubicBezTo>
                  <a:pt x="52030" y="150455"/>
                  <a:pt x="50840" y="150336"/>
                  <a:pt x="50324" y="150971"/>
                </a:cubicBezTo>
                <a:close/>
                <a:moveTo>
                  <a:pt x="45799" y="145137"/>
                </a:moveTo>
                <a:cubicBezTo>
                  <a:pt x="45164" y="145534"/>
                  <a:pt x="45164" y="146566"/>
                  <a:pt x="45799" y="147479"/>
                </a:cubicBezTo>
                <a:cubicBezTo>
                  <a:pt x="46434" y="148392"/>
                  <a:pt x="47506" y="148788"/>
                  <a:pt x="48022" y="148392"/>
                </a:cubicBezTo>
                <a:cubicBezTo>
                  <a:pt x="48657" y="147876"/>
                  <a:pt x="48657" y="146844"/>
                  <a:pt x="48022" y="145931"/>
                </a:cubicBezTo>
                <a:cubicBezTo>
                  <a:pt x="47466" y="145018"/>
                  <a:pt x="46434" y="144621"/>
                  <a:pt x="45799" y="145137"/>
                </a:cubicBezTo>
                <a:close/>
              </a:path>
            </a:pathLst>
          </a:custGeom>
          <a:solidFill>
            <a:srgbClr val="FFFFFF"/>
          </a:solidFill>
        </p:spPr>
      </p:sp>
      <p:sp>
        <p:nvSpPr>
          <p:cNvPr id="13" name="Text 9"/>
          <p:cNvSpPr/>
          <p:nvPr>
            <p:custDataLst>
              <p:tags r:id="rId10"/>
            </p:custDataLst>
          </p:nvPr>
        </p:nvSpPr>
        <p:spPr>
          <a:xfrm>
            <a:off x="914400" y="4064000"/>
            <a:ext cx="2463800" cy="304800"/>
          </a:xfrm>
          <a:prstGeom prst="rect">
            <a:avLst/>
          </a:prstGeom>
          <a:noFill/>
        </p:spPr>
        <p:txBody>
          <a:bodyPr wrap="square" lIns="0" tIns="0" rIns="0" bIns="0" rtlCol="0" anchor="ctr"/>
          <a:lstStyle/>
          <a:p>
            <a:pPr marL="0" indent="0">
              <a:lnSpc>
                <a:spcPct val="130000"/>
              </a:lnSpc>
              <a:buNone/>
            </a:pPr>
            <a:r>
              <a:rPr lang="en-US" sz="1600" dirty="0">
                <a:solidFill>
                  <a:srgbClr val="3A3F6B"/>
                </a:solidFill>
                <a:latin typeface="Noto Sans SC" panose="020B0200000000000000" pitchFamily="34" charset="-122"/>
                <a:ea typeface="Noto Sans SC" panose="020B0200000000000000" pitchFamily="34" charset="-122"/>
                <a:cs typeface="Noto Sans SC" panose="020B0200000000000000" pitchFamily="34" charset="-120"/>
              </a:rPr>
              <a:t>完整开源代码与CI/CD</a:t>
            </a:r>
            <a:endParaRPr lang="en-US" sz="1600" dirty="0"/>
          </a:p>
        </p:txBody>
      </p:sp>
      <p:sp>
        <p:nvSpPr>
          <p:cNvPr id="14" name="Shape 10"/>
          <p:cNvSpPr/>
          <p:nvPr>
            <p:custDataLst>
              <p:tags r:id="rId11"/>
            </p:custDataLst>
          </p:nvPr>
        </p:nvSpPr>
        <p:spPr>
          <a:xfrm>
            <a:off x="254000" y="4673600"/>
            <a:ext cx="5435600" cy="609600"/>
          </a:xfrm>
          <a:custGeom>
            <a:avLst/>
            <a:gdLst/>
            <a:ahLst/>
            <a:cxnLst/>
            <a:rect l="l" t="t" r="r" b="b"/>
            <a:pathLst>
              <a:path w="5435600" h="609600">
                <a:moveTo>
                  <a:pt x="101602" y="0"/>
                </a:moveTo>
                <a:lnTo>
                  <a:pt x="5333998" y="0"/>
                </a:lnTo>
                <a:cubicBezTo>
                  <a:pt x="5390111" y="0"/>
                  <a:pt x="5435600" y="45489"/>
                  <a:pt x="5435600" y="101602"/>
                </a:cubicBezTo>
                <a:lnTo>
                  <a:pt x="5435600" y="507998"/>
                </a:lnTo>
                <a:cubicBezTo>
                  <a:pt x="5435600" y="564111"/>
                  <a:pt x="5390111" y="609600"/>
                  <a:pt x="5333998" y="609600"/>
                </a:cubicBezTo>
                <a:lnTo>
                  <a:pt x="101602" y="609600"/>
                </a:lnTo>
                <a:cubicBezTo>
                  <a:pt x="45489" y="609600"/>
                  <a:pt x="0" y="564111"/>
                  <a:pt x="0" y="507998"/>
                </a:cubicBezTo>
                <a:lnTo>
                  <a:pt x="0" y="101602"/>
                </a:lnTo>
                <a:cubicBezTo>
                  <a:pt x="0" y="45526"/>
                  <a:pt x="45526" y="0"/>
                  <a:pt x="101602" y="0"/>
                </a:cubicBezTo>
                <a:close/>
              </a:path>
            </a:pathLst>
          </a:custGeom>
          <a:solidFill>
            <a:srgbClr val="F8A8D8">
              <a:alpha val="13333"/>
            </a:srgbClr>
          </a:solidFill>
        </p:spPr>
      </p:sp>
      <p:sp>
        <p:nvSpPr>
          <p:cNvPr id="15" name="Shape 11"/>
          <p:cNvSpPr/>
          <p:nvPr>
            <p:custDataLst>
              <p:tags r:id="rId12"/>
            </p:custDataLst>
          </p:nvPr>
        </p:nvSpPr>
        <p:spPr>
          <a:xfrm>
            <a:off x="355600" y="4775200"/>
            <a:ext cx="406400" cy="406400"/>
          </a:xfrm>
          <a:custGeom>
            <a:avLst/>
            <a:gdLst/>
            <a:ahLst/>
            <a:cxnLst/>
            <a:rect l="l" t="t" r="r" b="b"/>
            <a:pathLst>
              <a:path w="406400" h="406400">
                <a:moveTo>
                  <a:pt x="203200" y="0"/>
                </a:moveTo>
                <a:lnTo>
                  <a:pt x="203200" y="0"/>
                </a:lnTo>
                <a:cubicBezTo>
                  <a:pt x="315349" y="0"/>
                  <a:pt x="406400" y="91051"/>
                  <a:pt x="406400" y="203200"/>
                </a:cubicBezTo>
                <a:lnTo>
                  <a:pt x="406400" y="203200"/>
                </a:lnTo>
                <a:cubicBezTo>
                  <a:pt x="406400" y="315349"/>
                  <a:pt x="315349" y="406400"/>
                  <a:pt x="203200" y="406400"/>
                </a:cubicBezTo>
                <a:lnTo>
                  <a:pt x="203200" y="406400"/>
                </a:lnTo>
                <a:cubicBezTo>
                  <a:pt x="91051" y="406400"/>
                  <a:pt x="0" y="315349"/>
                  <a:pt x="0" y="203200"/>
                </a:cubicBezTo>
                <a:lnTo>
                  <a:pt x="0" y="203200"/>
                </a:lnTo>
                <a:cubicBezTo>
                  <a:pt x="0" y="91051"/>
                  <a:pt x="91051" y="0"/>
                  <a:pt x="203200" y="0"/>
                </a:cubicBezTo>
                <a:close/>
              </a:path>
            </a:pathLst>
          </a:custGeom>
          <a:solidFill>
            <a:srgbClr val="F8A8D8"/>
          </a:solidFill>
        </p:spPr>
      </p:sp>
      <p:sp>
        <p:nvSpPr>
          <p:cNvPr id="16" name="Shape 12"/>
          <p:cNvSpPr/>
          <p:nvPr>
            <p:custDataLst>
              <p:tags r:id="rId13"/>
            </p:custDataLst>
          </p:nvPr>
        </p:nvSpPr>
        <p:spPr>
          <a:xfrm>
            <a:off x="482600" y="4876800"/>
            <a:ext cx="152400" cy="203200"/>
          </a:xfrm>
          <a:custGeom>
            <a:avLst/>
            <a:gdLst/>
            <a:ahLst/>
            <a:cxnLst/>
            <a:rect l="l" t="t" r="r" b="b"/>
            <a:pathLst>
              <a:path w="152400" h="203200">
                <a:moveTo>
                  <a:pt x="0" y="25400"/>
                </a:moveTo>
                <a:cubicBezTo>
                  <a:pt x="0" y="11390"/>
                  <a:pt x="11390" y="0"/>
                  <a:pt x="25400" y="0"/>
                </a:cubicBezTo>
                <a:lnTo>
                  <a:pt x="84733" y="0"/>
                </a:lnTo>
                <a:cubicBezTo>
                  <a:pt x="91480" y="0"/>
                  <a:pt x="97949" y="2659"/>
                  <a:pt x="102711" y="7422"/>
                </a:cubicBezTo>
                <a:lnTo>
                  <a:pt x="144978" y="49728"/>
                </a:lnTo>
                <a:cubicBezTo>
                  <a:pt x="149741" y="54491"/>
                  <a:pt x="152400" y="60960"/>
                  <a:pt x="152400" y="67707"/>
                </a:cubicBezTo>
                <a:lnTo>
                  <a:pt x="152400" y="177800"/>
                </a:lnTo>
                <a:cubicBezTo>
                  <a:pt x="152400" y="191810"/>
                  <a:pt x="141010" y="203200"/>
                  <a:pt x="127000" y="203200"/>
                </a:cubicBezTo>
                <a:lnTo>
                  <a:pt x="25400" y="203200"/>
                </a:lnTo>
                <a:cubicBezTo>
                  <a:pt x="11390" y="203200"/>
                  <a:pt x="0" y="191810"/>
                  <a:pt x="0" y="177800"/>
                </a:cubicBezTo>
                <a:lnTo>
                  <a:pt x="0" y="25400"/>
                </a:lnTo>
                <a:close/>
                <a:moveTo>
                  <a:pt x="82550" y="23217"/>
                </a:moveTo>
                <a:lnTo>
                  <a:pt x="82550" y="60325"/>
                </a:lnTo>
                <a:cubicBezTo>
                  <a:pt x="82550" y="65603"/>
                  <a:pt x="86797" y="69850"/>
                  <a:pt x="92075" y="69850"/>
                </a:cubicBezTo>
                <a:lnTo>
                  <a:pt x="129183" y="69850"/>
                </a:lnTo>
                <a:lnTo>
                  <a:pt x="82550" y="23217"/>
                </a:lnTo>
                <a:close/>
                <a:moveTo>
                  <a:pt x="47625" y="101600"/>
                </a:moveTo>
                <a:cubicBezTo>
                  <a:pt x="42347" y="101600"/>
                  <a:pt x="38100" y="105847"/>
                  <a:pt x="38100" y="111125"/>
                </a:cubicBezTo>
                <a:cubicBezTo>
                  <a:pt x="38100" y="116403"/>
                  <a:pt x="42347" y="120650"/>
                  <a:pt x="47625" y="120650"/>
                </a:cubicBezTo>
                <a:lnTo>
                  <a:pt x="104775" y="120650"/>
                </a:lnTo>
                <a:cubicBezTo>
                  <a:pt x="110053" y="120650"/>
                  <a:pt x="114300" y="116403"/>
                  <a:pt x="114300" y="111125"/>
                </a:cubicBezTo>
                <a:cubicBezTo>
                  <a:pt x="114300" y="105847"/>
                  <a:pt x="110053" y="101600"/>
                  <a:pt x="104775" y="101600"/>
                </a:cubicBezTo>
                <a:lnTo>
                  <a:pt x="47625" y="101600"/>
                </a:lnTo>
                <a:close/>
                <a:moveTo>
                  <a:pt x="47625" y="139700"/>
                </a:moveTo>
                <a:cubicBezTo>
                  <a:pt x="42347" y="139700"/>
                  <a:pt x="38100" y="143947"/>
                  <a:pt x="38100" y="149225"/>
                </a:cubicBezTo>
                <a:cubicBezTo>
                  <a:pt x="38100" y="154503"/>
                  <a:pt x="42347" y="158750"/>
                  <a:pt x="47625" y="158750"/>
                </a:cubicBezTo>
                <a:lnTo>
                  <a:pt x="104775" y="158750"/>
                </a:lnTo>
                <a:cubicBezTo>
                  <a:pt x="110053" y="158750"/>
                  <a:pt x="114300" y="154503"/>
                  <a:pt x="114300" y="149225"/>
                </a:cubicBezTo>
                <a:cubicBezTo>
                  <a:pt x="114300" y="143947"/>
                  <a:pt x="110053" y="139700"/>
                  <a:pt x="104775" y="139700"/>
                </a:cubicBezTo>
                <a:lnTo>
                  <a:pt x="47625" y="139700"/>
                </a:lnTo>
                <a:close/>
              </a:path>
            </a:pathLst>
          </a:custGeom>
          <a:solidFill>
            <a:srgbClr val="FFFFFF"/>
          </a:solidFill>
        </p:spPr>
      </p:sp>
      <p:sp>
        <p:nvSpPr>
          <p:cNvPr id="17" name="Text 13"/>
          <p:cNvSpPr/>
          <p:nvPr>
            <p:custDataLst>
              <p:tags r:id="rId14"/>
            </p:custDataLst>
          </p:nvPr>
        </p:nvSpPr>
        <p:spPr>
          <a:xfrm>
            <a:off x="914400" y="4826000"/>
            <a:ext cx="2336800" cy="304800"/>
          </a:xfrm>
          <a:prstGeom prst="rect">
            <a:avLst/>
          </a:prstGeom>
          <a:noFill/>
        </p:spPr>
        <p:txBody>
          <a:bodyPr wrap="square" lIns="0" tIns="0" rIns="0" bIns="0" rtlCol="0" anchor="ctr"/>
          <a:lstStyle/>
          <a:p>
            <a:pPr marL="0" indent="0">
              <a:lnSpc>
                <a:spcPct val="130000"/>
              </a:lnSpc>
              <a:buNone/>
            </a:pPr>
            <a:r>
              <a:rPr lang="en-US" sz="1600" dirty="0">
                <a:solidFill>
                  <a:srgbClr val="3A3F6B"/>
                </a:solidFill>
                <a:latin typeface="Noto Sans SC" panose="020B0200000000000000" pitchFamily="34" charset="-122"/>
                <a:ea typeface="Noto Sans SC" panose="020B0200000000000000" pitchFamily="34" charset="-122"/>
                <a:cs typeface="Noto Sans SC" panose="020B0200000000000000" pitchFamily="34" charset="-120"/>
              </a:rPr>
              <a:t>毕业论文与演示视频</a:t>
            </a:r>
            <a:endParaRPr lang="en-US" sz="1600" dirty="0"/>
          </a:p>
        </p:txBody>
      </p:sp>
      <p:sp>
        <p:nvSpPr>
          <p:cNvPr id="19" name="Text 15"/>
          <p:cNvSpPr/>
          <p:nvPr/>
        </p:nvSpPr>
        <p:spPr>
          <a:xfrm>
            <a:off x="6045200" y="2260600"/>
            <a:ext cx="5943600" cy="355600"/>
          </a:xfrm>
          <a:prstGeom prst="rect">
            <a:avLst/>
          </a:prstGeom>
          <a:noFill/>
        </p:spPr>
        <p:txBody>
          <a:bodyPr wrap="square" lIns="0" tIns="0" rIns="0" bIns="0" rtlCol="0" anchor="ctr"/>
          <a:lstStyle/>
          <a:p>
            <a:pPr marL="0" indent="0" algn="ctr">
              <a:lnSpc>
                <a:spcPct val="130000"/>
              </a:lnSpc>
              <a:buNone/>
            </a:pPr>
            <a:endParaRPr lang="en-US" sz="1600" dirty="0"/>
          </a:p>
        </p:txBody>
      </p:sp>
      <p:sp>
        <p:nvSpPr>
          <p:cNvPr id="20" name="Text 16"/>
          <p:cNvSpPr/>
          <p:nvPr/>
        </p:nvSpPr>
        <p:spPr>
          <a:xfrm>
            <a:off x="6299200" y="2616200"/>
            <a:ext cx="5435600" cy="406400"/>
          </a:xfrm>
          <a:prstGeom prst="rect">
            <a:avLst/>
          </a:prstGeom>
          <a:noFill/>
        </p:spPr>
        <p:txBody>
          <a:bodyPr wrap="square" lIns="0" tIns="0" rIns="0" bIns="0" rtlCol="0" anchor="ctr"/>
          <a:lstStyle/>
          <a:p>
            <a:pPr marL="0" indent="0" algn="ctr">
              <a:lnSpc>
                <a:spcPct val="120000"/>
              </a:lnSpc>
              <a:buNone/>
            </a:pPr>
            <a:endParaRPr lang="en-US" sz="1600" dirty="0"/>
          </a:p>
        </p:txBody>
      </p:sp>
      <p:sp>
        <p:nvSpPr>
          <p:cNvPr id="22" name="Text 18"/>
          <p:cNvSpPr/>
          <p:nvPr/>
        </p:nvSpPr>
        <p:spPr>
          <a:xfrm>
            <a:off x="6045200" y="3733800"/>
            <a:ext cx="5943600" cy="355600"/>
          </a:xfrm>
          <a:prstGeom prst="rect">
            <a:avLst/>
          </a:prstGeom>
          <a:noFill/>
        </p:spPr>
        <p:txBody>
          <a:bodyPr wrap="square" lIns="0" tIns="0" rIns="0" bIns="0" rtlCol="0" anchor="ctr"/>
          <a:lstStyle/>
          <a:p>
            <a:pPr marL="0" indent="0" algn="ctr">
              <a:lnSpc>
                <a:spcPct val="130000"/>
              </a:lnSpc>
              <a:buNone/>
            </a:pP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05-12:21:50-d2t6anlnfo2stf9didn0.png"/>
          <p:cNvPicPr>
            <a:picLocks noChangeAspect="1"/>
          </p:cNvPicPr>
          <p:nvPr/>
        </p:nvPicPr>
        <p:blipFill>
          <a:blip r:embed="rId1">
            <a:alphaModFix amt="10000"/>
          </a:blip>
          <a:srcRect l="26" r="26"/>
          <a:stretch>
            <a:fillRect/>
          </a:stretch>
        </p:blipFill>
        <p:spPr>
          <a:xfrm>
            <a:off x="0" y="0"/>
            <a:ext cx="12192000" cy="6858000"/>
          </a:xfrm>
          <a:prstGeom prst="rect">
            <a:avLst/>
          </a:prstGeom>
        </p:spPr>
      </p:pic>
      <p:pic>
        <p:nvPicPr>
          <p:cNvPr id="3" name="Image 1" descr="https://kimi-img.moonshot.cn/pub/slides/slides_tmpl/image/25-09-05-12:21:55-d2t6aotnfo2stf9didtg.jpg"/>
          <p:cNvPicPr>
            <a:picLocks noChangeAspect="1"/>
          </p:cNvPicPr>
          <p:nvPr/>
        </p:nvPicPr>
        <p:blipFill>
          <a:blip r:embed="rId2"/>
          <a:srcRect t="3" b="3"/>
          <a:stretch>
            <a:fillRect/>
          </a:stretch>
        </p:blipFill>
        <p:spPr>
          <a:xfrm>
            <a:off x="0" y="3175"/>
            <a:ext cx="12233275" cy="6867525"/>
          </a:xfrm>
          <a:prstGeom prst="rect">
            <a:avLst/>
          </a:prstGeom>
        </p:spPr>
      </p:pic>
      <p:pic>
        <p:nvPicPr>
          <p:cNvPr id="4" name="Image 2" descr="https://kimi-img.moonshot.cn/pub/slides/slides_tmpl/image/25-09-05-12:21:49-d2t6andnfo2stf9didmg.png"/>
          <p:cNvPicPr>
            <a:picLocks noChangeAspect="1"/>
          </p:cNvPicPr>
          <p:nvPr>
            <p:custDataLst>
              <p:tags r:id="rId3"/>
            </p:custDataLst>
          </p:nvPr>
        </p:nvPicPr>
        <p:blipFill>
          <a:blip r:embed="rId4"/>
          <a:stretch>
            <a:fillRect/>
          </a:stretch>
        </p:blipFill>
        <p:spPr>
          <a:xfrm>
            <a:off x="3584575" y="4686300"/>
            <a:ext cx="2142103" cy="553085"/>
          </a:xfrm>
          <a:prstGeom prst="rect">
            <a:avLst/>
          </a:prstGeom>
        </p:spPr>
      </p:pic>
      <p:sp>
        <p:nvSpPr>
          <p:cNvPr id="5" name="Text 0"/>
          <p:cNvSpPr/>
          <p:nvPr>
            <p:custDataLst>
              <p:tags r:id="rId5"/>
            </p:custDataLst>
          </p:nvPr>
        </p:nvSpPr>
        <p:spPr>
          <a:xfrm>
            <a:off x="3648706" y="4780033"/>
            <a:ext cx="2013180" cy="398780"/>
          </a:xfrm>
          <a:prstGeom prst="rect">
            <a:avLst/>
          </a:prstGeom>
          <a:noFill/>
        </p:spPr>
        <p:txBody>
          <a:bodyPr wrap="square" lIns="91440" tIns="45720" rIns="91440" bIns="45720" rtlCol="0" anchor="t">
            <a:spAutoFit/>
          </a:bodyPr>
          <a:lstStyle/>
          <a:p>
            <a:pPr marL="0" indent="0" algn="ctr">
              <a:lnSpc>
                <a:spcPct val="100000"/>
              </a:lnSpc>
              <a:buNone/>
            </a:pPr>
            <a:r>
              <a:rPr lang="en-US" sz="2000" dirty="0">
                <a:solidFill>
                  <a:srgbClr val="404040"/>
                </a:solidFill>
                <a:latin typeface="MiSans" pitchFamily="34" charset="-122"/>
                <a:ea typeface="MiSans" pitchFamily="34" charset="-122"/>
                <a:cs typeface="MiSans" pitchFamily="34" charset="-120"/>
              </a:rPr>
              <a:t>汇报人</a:t>
            </a:r>
            <a:r>
              <a:rPr lang="en-US" sz="2000" dirty="0">
                <a:solidFill>
                  <a:srgbClr val="404040"/>
                </a:solidFill>
                <a:latin typeface="MiSans" pitchFamily="34" charset="-122"/>
                <a:ea typeface="MiSans" pitchFamily="34" charset="-122"/>
                <a:cs typeface="MiSans" pitchFamily="34" charset="-120"/>
              </a:rPr>
              <a:t>:</a:t>
            </a:r>
            <a:endParaRPr lang="en-US" sz="1600" dirty="0"/>
          </a:p>
        </p:txBody>
      </p:sp>
      <p:pic>
        <p:nvPicPr>
          <p:cNvPr id="6" name="Image 3" descr="https://kimi-img.moonshot.cn/pub/slides/slides_tmpl/image/25-09-05-12:21:49-d2t6andnfo2stf9didmg.png"/>
          <p:cNvPicPr>
            <a:picLocks noChangeAspect="1"/>
          </p:cNvPicPr>
          <p:nvPr>
            <p:custDataLst>
              <p:tags r:id="rId6"/>
            </p:custDataLst>
          </p:nvPr>
        </p:nvPicPr>
        <p:blipFill>
          <a:blip r:embed="rId4"/>
          <a:stretch>
            <a:fillRect/>
          </a:stretch>
        </p:blipFill>
        <p:spPr>
          <a:xfrm>
            <a:off x="6246194" y="4686300"/>
            <a:ext cx="2340213" cy="553085"/>
          </a:xfrm>
          <a:prstGeom prst="rect">
            <a:avLst/>
          </a:prstGeom>
        </p:spPr>
      </p:pic>
      <p:sp>
        <p:nvSpPr>
          <p:cNvPr id="7" name="Text 1"/>
          <p:cNvSpPr/>
          <p:nvPr>
            <p:custDataLst>
              <p:tags r:id="rId7"/>
            </p:custDataLst>
          </p:nvPr>
        </p:nvSpPr>
        <p:spPr>
          <a:xfrm>
            <a:off x="6246855" y="4780033"/>
            <a:ext cx="2274767" cy="267810"/>
          </a:xfrm>
          <a:prstGeom prst="rect">
            <a:avLst/>
          </a:prstGeom>
          <a:noFill/>
        </p:spPr>
        <p:txBody>
          <a:bodyPr wrap="square" lIns="91440" tIns="45720" rIns="91440" bIns="45720" rtlCol="0" anchor="t"/>
          <a:lstStyle/>
          <a:p>
            <a:pPr marL="0" indent="0" algn="ctr">
              <a:lnSpc>
                <a:spcPct val="100000"/>
              </a:lnSpc>
              <a:buNone/>
            </a:pPr>
            <a:r>
              <a:rPr lang="en-US" sz="2000" dirty="0">
                <a:solidFill>
                  <a:srgbClr val="404040"/>
                </a:solidFill>
                <a:latin typeface="MiSans" pitchFamily="34" charset="-122"/>
                <a:ea typeface="MiSans" pitchFamily="34" charset="-122"/>
                <a:cs typeface="MiSans" pitchFamily="34" charset="-120"/>
              </a:rPr>
              <a:t>时间</a:t>
            </a:r>
            <a:r>
              <a:rPr lang="en-US" sz="2000" dirty="0">
                <a:solidFill>
                  <a:srgbClr val="404040"/>
                </a:solidFill>
                <a:latin typeface="MiSans" pitchFamily="34" charset="-122"/>
                <a:ea typeface="MiSans" pitchFamily="34" charset="-122"/>
                <a:cs typeface="MiSans" pitchFamily="34" charset="-120"/>
              </a:rPr>
              <a:t>:</a:t>
            </a:r>
            <a:r>
              <a:rPr lang="en-US" sz="2000" dirty="0">
                <a:solidFill>
                  <a:srgbClr val="404040"/>
                </a:solidFill>
                <a:latin typeface="MiSans" pitchFamily="34" charset="-122"/>
                <a:ea typeface="MiSans" pitchFamily="34" charset="-122"/>
                <a:cs typeface="MiSans" pitchFamily="34" charset="-120"/>
              </a:rPr>
              <a:t>2025/10/01</a:t>
            </a:r>
            <a:endParaRPr lang="en-US" sz="1600" dirty="0"/>
          </a:p>
        </p:txBody>
      </p:sp>
      <p:sp>
        <p:nvSpPr>
          <p:cNvPr id="8" name="Text 2"/>
          <p:cNvSpPr/>
          <p:nvPr/>
        </p:nvSpPr>
        <p:spPr>
          <a:xfrm>
            <a:off x="649605" y="269240"/>
            <a:ext cx="4064000" cy="368300"/>
          </a:xfrm>
          <a:prstGeom prst="rect">
            <a:avLst/>
          </a:prstGeom>
          <a:noFill/>
        </p:spPr>
        <p:txBody>
          <a:bodyPr wrap="square" lIns="91440" tIns="45720" rIns="91440" bIns="45720" rtlCol="0" anchor="t">
            <a:spAutoFit/>
          </a:bodyPr>
          <a:lstStyle/>
          <a:p>
            <a:pPr marL="0" indent="0" algn="l">
              <a:lnSpc>
                <a:spcPct val="100000"/>
              </a:lnSpc>
              <a:buNone/>
            </a:pPr>
            <a:r>
              <a:rPr lang="en-US" sz="1800" b="1" dirty="0">
                <a:solidFill>
                  <a:srgbClr val="FFFFFF"/>
                </a:solidFill>
                <a:latin typeface="MiSans" pitchFamily="34" charset="-122"/>
                <a:ea typeface="MiSans" pitchFamily="34" charset="-122"/>
                <a:cs typeface="MiSans" pitchFamily="34" charset="-120"/>
              </a:rPr>
              <a:t>YOUR LOGO</a:t>
            </a:r>
            <a:endParaRPr lang="en-US" sz="1600" dirty="0"/>
          </a:p>
        </p:txBody>
      </p:sp>
      <p:sp>
        <p:nvSpPr>
          <p:cNvPr id="9" name="Text 3"/>
          <p:cNvSpPr/>
          <p:nvPr/>
        </p:nvSpPr>
        <p:spPr>
          <a:xfrm>
            <a:off x="2715260" y="3242310"/>
            <a:ext cx="6761480" cy="1414780"/>
          </a:xfrm>
          <a:prstGeom prst="rect">
            <a:avLst/>
          </a:prstGeom>
          <a:noFill/>
        </p:spPr>
        <p:txBody>
          <a:bodyPr wrap="square" lIns="91440" tIns="45720" rIns="91440" bIns="45720" rtlCol="0" anchor="t"/>
          <a:lstStyle/>
          <a:p>
            <a:pPr marL="0" indent="0" algn="ctr">
              <a:lnSpc>
                <a:spcPct val="100000"/>
              </a:lnSpc>
              <a:buNone/>
            </a:pPr>
            <a:r>
              <a:rPr lang="en-US" sz="6000" b="1" dirty="0">
                <a:solidFill>
                  <a:srgbClr val="000000"/>
                </a:solidFill>
                <a:latin typeface="MiSans" pitchFamily="34" charset="-122"/>
                <a:ea typeface="MiSans" pitchFamily="34" charset="-122"/>
                <a:cs typeface="MiSans" pitchFamily="34" charset="-120"/>
              </a:rPr>
              <a:t>THANK YOU</a:t>
            </a:r>
            <a:endParaRPr lang="en-US" sz="1600" dirty="0"/>
          </a:p>
        </p:txBody>
      </p:sp>
      <p:sp>
        <p:nvSpPr>
          <p:cNvPr id="10" name="Text 4"/>
          <p:cNvSpPr/>
          <p:nvPr/>
        </p:nvSpPr>
        <p:spPr>
          <a:xfrm>
            <a:off x="2227898" y="1911350"/>
            <a:ext cx="7736205" cy="1414780"/>
          </a:xfrm>
          <a:prstGeom prst="rect">
            <a:avLst/>
          </a:prstGeom>
          <a:noFill/>
        </p:spPr>
        <p:txBody>
          <a:bodyPr wrap="square" lIns="91440" tIns="45720" rIns="91440" bIns="45720" rtlCol="0" anchor="t"/>
          <a:lstStyle/>
          <a:p>
            <a:pPr marL="0" indent="0" algn="ctr">
              <a:lnSpc>
                <a:spcPct val="100000"/>
              </a:lnSpc>
              <a:buNone/>
            </a:pPr>
            <a:r>
              <a:rPr lang="en-US" sz="8000" b="1" dirty="0">
                <a:solidFill>
                  <a:srgbClr val="000000"/>
                </a:solidFill>
                <a:latin typeface="MiSans" pitchFamily="34" charset="-122"/>
                <a:ea typeface="MiSans" pitchFamily="34" charset="-122"/>
                <a:cs typeface="MiSans" pitchFamily="34" charset="-120"/>
              </a:rPr>
              <a:t>感谢您的观看</a:t>
            </a:r>
            <a:endParaRPr lang="en-US" sz="1600" dirty="0"/>
          </a:p>
        </p:txBody>
      </p:sp>
    </p:spTree>
  </p:cSld>
  <p:clrMapOvr>
    <a:masterClrMapping/>
  </p:clrMapOvr>
</p:sld>
</file>

<file path=ppt/tags/tag1.xml><?xml version="1.0" encoding="utf-8"?>
<p:tagLst xmlns:p="http://schemas.openxmlformats.org/presentationml/2006/main">
  <p:tag name="KSO_WM_DIAGRAM_VIRTUALLY_FRAME" val="{&quot;height&quot;:367.6,&quot;left&quot;:401.35,&quot;top&quot;:109.25,&quot;width&quot;:539.3}"/>
</p:tagLst>
</file>

<file path=ppt/tags/tag2.xml><?xml version="1.0" encoding="utf-8"?>
<p:tagLst xmlns:p="http://schemas.openxmlformats.org/presentationml/2006/main">
  <p:tag name="KSO_WM_DIAGRAM_VIRTUALLY_FRAME" val="{&quot;height&quot;:367.6,&quot;left&quot;:401.35,&quot;top&quot;:109.25,&quot;width&quot;:539.3}"/>
</p:tagLst>
</file>

<file path=ppt/tags/tag3.xml><?xml version="1.0" encoding="utf-8"?>
<p:tagLst xmlns:p="http://schemas.openxmlformats.org/presentationml/2006/main">
  <p:tag name="KSO_WM_DIAGRAM_VIRTUALLY_FRAME" val="{&quot;height&quot;:367.6,&quot;left&quot;:401.35,&quot;top&quot;:109.25,&quot;width&quot;:539.3}"/>
</p:tagLst>
</file>

<file path=ppt/tags/tag4.xml><?xml version="1.0" encoding="utf-8"?>
<p:tagLst xmlns:p="http://schemas.openxmlformats.org/presentationml/2006/main">
  <p:tag name="KSO_WM_DIAGRAM_VIRTUALLY_FRAME" val="{&quot;height&quot;:367.6,&quot;left&quot;:401.35,&quot;top&quot;:109.25,&quot;width&quot;:539.3}"/>
</p:tagLst>
</file>

<file path=ppt/tags/tag5.xml><?xml version="1.0" encoding="utf-8"?>
<p:tagLst xmlns:p="http://schemas.openxmlformats.org/presentationml/2006/main">
  <p:tag name="KSO_WM_DIAGRAM_VIRTUALLY_FRAME" val="{&quot;height&quot;:367.6,&quot;left&quot;:401.35,&quot;top&quot;:109.25,&quot;width&quot;:539.3}"/>
</p:tagLst>
</file>

<file path=ppt/tags/tag6.xml><?xml version="1.0" encoding="utf-8"?>
<p:tagLst xmlns:p="http://schemas.openxmlformats.org/presentationml/2006/main">
  <p:tag name="KSO_WM_DIAGRAM_VIRTUALLY_FRAME" val="{&quot;height&quot;:367.6,&quot;left&quot;:401.35,&quot;top&quot;:109.25,&quot;width&quot;:539.3}"/>
</p:tagLst>
</file>

<file path=ppt/tags/tag7.xml><?xml version="1.0" encoding="utf-8"?>
<p:tagLst xmlns:p="http://schemas.openxmlformats.org/presentationml/2006/main">
  <p:tag name="KSO_WM_DIAGRAM_VIRTUALLY_FRAME" val="{&quot;height&quot;:367.6,&quot;left&quot;:401.35,&quot;top&quot;:109.25,&quot;width&quot;:539.3}"/>
</p:tagLst>
</file>

<file path=ppt/tags/tag8.xml><?xml version="1.0" encoding="utf-8"?>
<p:tagLst xmlns:p="http://schemas.openxmlformats.org/presentationml/2006/main">
  <p:tag name="KSO_WM_DIAGRAM_VIRTUALLY_FRAME" val="{&quot;height&quot;:367.6,&quot;left&quot;:401.35,&quot;top&quot;:109.25,&quot;width&quot;:539.3}"/>
</p:tagLst>
</file>

<file path=ppt/tags/tag9.xml><?xml version="1.0" encoding="utf-8"?>
<p:tagLst xmlns:p="http://schemas.openxmlformats.org/presentationml/2006/main">
  <p:tag name="KSO_WM_DIAGRAM_VIRTUALLY_FRAME" val="{&quot;height&quot;:367.6,&quot;left&quot;:401.35,&quot;top&quot;:109.25,&quot;width&quot;:539.3}"/>
</p:tagLst>
</file>

<file path=ppt/tags/tag10.xml><?xml version="1.0" encoding="utf-8"?>
<p:tagLst xmlns:p="http://schemas.openxmlformats.org/presentationml/2006/main">
  <p:tag name="KSO_WM_DIAGRAM_VIRTUALLY_FRAME" val="{&quot;height&quot;:367.6,&quot;left&quot;:401.35,&quot;top&quot;:109.25,&quot;width&quot;:539.3}"/>
</p:tagLst>
</file>

<file path=ppt/tags/tag11.xml><?xml version="1.0" encoding="utf-8"?>
<p:tagLst xmlns:p="http://schemas.openxmlformats.org/presentationml/2006/main">
  <p:tag name="KSO_WM_DIAGRAM_VIRTUALLY_FRAME" val="{&quot;height&quot;:367.6,&quot;left&quot;:401.35,&quot;top&quot;:109.25,&quot;width&quot;:539.3}"/>
</p:tagLst>
</file>

<file path=ppt/tags/tag12.xml><?xml version="1.0" encoding="utf-8"?>
<p:tagLst xmlns:p="http://schemas.openxmlformats.org/presentationml/2006/main">
  <p:tag name="KSO_WM_DIAGRAM_VIRTUALLY_FRAME" val="{&quot;height&quot;:367.6,&quot;left&quot;:401.35,&quot;top&quot;:109.25,&quot;width&quot;:539.3}"/>
</p:tagLst>
</file>

<file path=ppt/tags/tag13.xml><?xml version="1.0" encoding="utf-8"?>
<p:tagLst xmlns:p="http://schemas.openxmlformats.org/presentationml/2006/main">
  <p:tag name="KSO_WM_DIAGRAM_VIRTUALLY_FRAME" val="{&quot;height&quot;:367.6,&quot;left&quot;:401.35,&quot;top&quot;:109.25,&quot;width&quot;:539.3}"/>
</p:tagLst>
</file>

<file path=ppt/tags/tag14.xml><?xml version="1.0" encoding="utf-8"?>
<p:tagLst xmlns:p="http://schemas.openxmlformats.org/presentationml/2006/main">
  <p:tag name="KSO_WM_DIAGRAM_VIRTUALLY_FRAME" val="{&quot;height&quot;:367.6,&quot;left&quot;:401.35,&quot;top&quot;:109.25,&quot;width&quot;:539.3}"/>
</p:tagLst>
</file>

<file path=ppt/tags/tag15.xml><?xml version="1.0" encoding="utf-8"?>
<p:tagLst xmlns:p="http://schemas.openxmlformats.org/presentationml/2006/main">
  <p:tag name="KSO_WM_DIAGRAM_VIRTUALLY_FRAME" val="{&quot;height&quot;:367.6,&quot;left&quot;:401.35,&quot;top&quot;:109.25,&quot;width&quot;:539.3}"/>
</p:tagLst>
</file>

<file path=ppt/tags/tag16.xml><?xml version="1.0" encoding="utf-8"?>
<p:tagLst xmlns:p="http://schemas.openxmlformats.org/presentationml/2006/main">
  <p:tag name="KSO_WM_DIAGRAM_VIRTUALLY_FRAME" val="{&quot;height&quot;:367.6,&quot;left&quot;:401.35,&quot;top&quot;:109.25,&quot;width&quot;:539.3}"/>
</p:tagLst>
</file>

<file path=ppt/tags/tag17.xml><?xml version="1.0" encoding="utf-8"?>
<p:tagLst xmlns:p="http://schemas.openxmlformats.org/presentationml/2006/main">
  <p:tag name="KSO_WM_DIAGRAM_VIRTUALLY_FRAME" val="{&quot;height&quot;:367.6,&quot;left&quot;:401.35,&quot;top&quot;:109.25,&quot;width&quot;:539.3}"/>
</p:tagLst>
</file>

<file path=ppt/tags/tag18.xml><?xml version="1.0" encoding="utf-8"?>
<p:tagLst xmlns:p="http://schemas.openxmlformats.org/presentationml/2006/main">
  <p:tag name="KSO_WM_DIAGRAM_VIRTUALLY_FRAME" val="{&quot;height&quot;:367.6,&quot;left&quot;:401.35,&quot;top&quot;:109.25,&quot;width&quot;:539.3}"/>
</p:tagLst>
</file>

<file path=ppt/tags/tag19.xml><?xml version="1.0" encoding="utf-8"?>
<p:tagLst xmlns:p="http://schemas.openxmlformats.org/presentationml/2006/main">
  <p:tag name="KSO_WM_DIAGRAM_VIRTUALLY_FRAME" val="{&quot;height&quot;:367.6,&quot;left&quot;:401.35,&quot;top&quot;:109.25,&quot;width&quot;:539.3}"/>
</p:tagLst>
</file>

<file path=ppt/tags/tag20.xml><?xml version="1.0" encoding="utf-8"?>
<p:tagLst xmlns:p="http://schemas.openxmlformats.org/presentationml/2006/main">
  <p:tag name="KSO_WM_DIAGRAM_VIRTUALLY_FRAME" val="{&quot;height&quot;:367.6,&quot;left&quot;:401.35,&quot;top&quot;:109.25,&quot;width&quot;:539.3}"/>
</p:tagLst>
</file>

<file path=ppt/tags/tag21.xml><?xml version="1.0" encoding="utf-8"?>
<p:tagLst xmlns:p="http://schemas.openxmlformats.org/presentationml/2006/main">
  <p:tag name="KSO_WM_DIAGRAM_VIRTUALLY_FRAME" val="{&quot;height&quot;:184,&quot;left&quot;:20,&quot;top&quot;:228,&quot;width&quot;:920.3437795275589}"/>
</p:tagLst>
</file>

<file path=ppt/tags/tag22.xml><?xml version="1.0" encoding="utf-8"?>
<p:tagLst xmlns:p="http://schemas.openxmlformats.org/presentationml/2006/main">
  <p:tag name="KSO_WM_DIAGRAM_VIRTUALLY_FRAME" val="{&quot;height&quot;:184,&quot;left&quot;:20,&quot;top&quot;:228,&quot;width&quot;:920.3437795275589}"/>
</p:tagLst>
</file>

<file path=ppt/tags/tag23.xml><?xml version="1.0" encoding="utf-8"?>
<p:tagLst xmlns:p="http://schemas.openxmlformats.org/presentationml/2006/main">
  <p:tag name="KSO_WM_DIAGRAM_VIRTUALLY_FRAME" val="{&quot;height&quot;:184,&quot;left&quot;:20,&quot;top&quot;:228,&quot;width&quot;:920.3437795275589}"/>
</p:tagLst>
</file>

<file path=ppt/tags/tag24.xml><?xml version="1.0" encoding="utf-8"?>
<p:tagLst xmlns:p="http://schemas.openxmlformats.org/presentationml/2006/main">
  <p:tag name="KSO_WM_DIAGRAM_VIRTUALLY_FRAME" val="{&quot;height&quot;:184,&quot;left&quot;:20,&quot;top&quot;:228,&quot;width&quot;:920.3437795275589}"/>
</p:tagLst>
</file>

<file path=ppt/tags/tag25.xml><?xml version="1.0" encoding="utf-8"?>
<p:tagLst xmlns:p="http://schemas.openxmlformats.org/presentationml/2006/main">
  <p:tag name="KSO_WM_DIAGRAM_VIRTUALLY_FRAME" val="{&quot;height&quot;:184,&quot;left&quot;:20,&quot;top&quot;:228,&quot;width&quot;:920.3437795275589}"/>
</p:tagLst>
</file>

<file path=ppt/tags/tag26.xml><?xml version="1.0" encoding="utf-8"?>
<p:tagLst xmlns:p="http://schemas.openxmlformats.org/presentationml/2006/main">
  <p:tag name="KSO_WM_DIAGRAM_VIRTUALLY_FRAME" val="{&quot;height&quot;:184,&quot;left&quot;:20,&quot;top&quot;:228,&quot;width&quot;:920.3437795275589}"/>
</p:tagLst>
</file>

<file path=ppt/tags/tag27.xml><?xml version="1.0" encoding="utf-8"?>
<p:tagLst xmlns:p="http://schemas.openxmlformats.org/presentationml/2006/main">
  <p:tag name="KSO_WM_DIAGRAM_VIRTUALLY_FRAME" val="{&quot;height&quot;:184,&quot;left&quot;:20,&quot;top&quot;:228,&quot;width&quot;:920.3437795275589}"/>
</p:tagLst>
</file>

<file path=ppt/tags/tag28.xml><?xml version="1.0" encoding="utf-8"?>
<p:tagLst xmlns:p="http://schemas.openxmlformats.org/presentationml/2006/main">
  <p:tag name="KSO_WM_DIAGRAM_VIRTUALLY_FRAME" val="{&quot;height&quot;:184,&quot;left&quot;:20,&quot;top&quot;:228,&quot;width&quot;:920.3437795275589}"/>
</p:tagLst>
</file>

<file path=ppt/tags/tag29.xml><?xml version="1.0" encoding="utf-8"?>
<p:tagLst xmlns:p="http://schemas.openxmlformats.org/presentationml/2006/main">
  <p:tag name="KSO_WM_DIAGRAM_VIRTUALLY_FRAME" val="{&quot;height&quot;:184,&quot;left&quot;:20,&quot;top&quot;:228,&quot;width&quot;:920.3437795275589}"/>
</p:tagLst>
</file>

<file path=ppt/tags/tag30.xml><?xml version="1.0" encoding="utf-8"?>
<p:tagLst xmlns:p="http://schemas.openxmlformats.org/presentationml/2006/main">
  <p:tag name="KSO_WM_DIAGRAM_VIRTUALLY_FRAME" val="{&quot;height&quot;:184,&quot;left&quot;:20,&quot;top&quot;:228,&quot;width&quot;:920.3437795275589}"/>
</p:tagLst>
</file>

<file path=ppt/tags/tag31.xml><?xml version="1.0" encoding="utf-8"?>
<p:tagLst xmlns:p="http://schemas.openxmlformats.org/presentationml/2006/main">
  <p:tag name="KSO_WM_DIAGRAM_VIRTUALLY_FRAME" val="{&quot;height&quot;:184,&quot;left&quot;:20,&quot;top&quot;:228,&quot;width&quot;:920.3437795275589}"/>
</p:tagLst>
</file>

<file path=ppt/tags/tag32.xml><?xml version="1.0" encoding="utf-8"?>
<p:tagLst xmlns:p="http://schemas.openxmlformats.org/presentationml/2006/main">
  <p:tag name="KSO_WM_DIAGRAM_VIRTUALLY_FRAME" val="{&quot;height&quot;:184,&quot;left&quot;:20,&quot;top&quot;:228,&quot;width&quot;:920.3437795275589}"/>
</p:tagLst>
</file>

<file path=ppt/tags/tag33.xml><?xml version="1.0" encoding="utf-8"?>
<p:tagLst xmlns:p="http://schemas.openxmlformats.org/presentationml/2006/main">
  <p:tag name="KSO_WM_DIAGRAM_VIRTUALLY_FRAME" val="{&quot;height&quot;:184,&quot;left&quot;:20,&quot;top&quot;:228,&quot;width&quot;:920.3437795275589}"/>
</p:tagLst>
</file>

<file path=ppt/tags/tag34.xml><?xml version="1.0" encoding="utf-8"?>
<p:tagLst xmlns:p="http://schemas.openxmlformats.org/presentationml/2006/main">
  <p:tag name="KSO_WM_DIAGRAM_VIRTUALLY_FRAME" val="{&quot;height&quot;:184,&quot;left&quot;:20,&quot;top&quot;:228,&quot;width&quot;:920.3437795275589}"/>
</p:tagLst>
</file>

<file path=ppt/tags/tag35.xml><?xml version="1.0" encoding="utf-8"?>
<p:tagLst xmlns:p="http://schemas.openxmlformats.org/presentationml/2006/main">
  <p:tag name="KSO_WM_DIAGRAM_VIRTUALLY_FRAME" val="{&quot;height&quot;:184,&quot;left&quot;:20,&quot;top&quot;:228,&quot;width&quot;:920.3437795275589}"/>
</p:tagLst>
</file>

<file path=ppt/tags/tag36.xml><?xml version="1.0" encoding="utf-8"?>
<p:tagLst xmlns:p="http://schemas.openxmlformats.org/presentationml/2006/main">
  <p:tag name="KSO_WM_DIAGRAM_VIRTUALLY_FRAME" val="{&quot;height&quot;:440,&quot;left&quot;:20,&quot;top&quot;:80,&quot;width&quot;:920}"/>
</p:tagLst>
</file>

<file path=ppt/tags/tag37.xml><?xml version="1.0" encoding="utf-8"?>
<p:tagLst xmlns:p="http://schemas.openxmlformats.org/presentationml/2006/main">
  <p:tag name="KSO_WM_DIAGRAM_VIRTUALLY_FRAME" val="{&quot;height&quot;:440,&quot;left&quot;:20,&quot;top&quot;:80,&quot;width&quot;:920}"/>
</p:tagLst>
</file>

<file path=ppt/tags/tag38.xml><?xml version="1.0" encoding="utf-8"?>
<p:tagLst xmlns:p="http://schemas.openxmlformats.org/presentationml/2006/main">
  <p:tag name="KSO_WM_DIAGRAM_VIRTUALLY_FRAME" val="{&quot;height&quot;:440,&quot;left&quot;:20,&quot;top&quot;:80,&quot;width&quot;:920}"/>
</p:tagLst>
</file>

<file path=ppt/tags/tag39.xml><?xml version="1.0" encoding="utf-8"?>
<p:tagLst xmlns:p="http://schemas.openxmlformats.org/presentationml/2006/main">
  <p:tag name="KSO_WM_DIAGRAM_VIRTUALLY_FRAME" val="{&quot;height&quot;:440,&quot;left&quot;:20,&quot;top&quot;:80,&quot;width&quot;:920}"/>
</p:tagLst>
</file>

<file path=ppt/tags/tag40.xml><?xml version="1.0" encoding="utf-8"?>
<p:tagLst xmlns:p="http://schemas.openxmlformats.org/presentationml/2006/main">
  <p:tag name="KSO_WM_DIAGRAM_VIRTUALLY_FRAME" val="{&quot;height&quot;:440,&quot;left&quot;:20,&quot;top&quot;:80,&quot;width&quot;:920}"/>
</p:tagLst>
</file>

<file path=ppt/tags/tag41.xml><?xml version="1.0" encoding="utf-8"?>
<p:tagLst xmlns:p="http://schemas.openxmlformats.org/presentationml/2006/main">
  <p:tag name="KSO_WM_DIAGRAM_VIRTUALLY_FRAME" val="{&quot;height&quot;:440,&quot;left&quot;:20,&quot;top&quot;:80,&quot;width&quot;:920}"/>
</p:tagLst>
</file>

<file path=ppt/tags/tag42.xml><?xml version="1.0" encoding="utf-8"?>
<p:tagLst xmlns:p="http://schemas.openxmlformats.org/presentationml/2006/main">
  <p:tag name="KSO_WM_DIAGRAM_VIRTUALLY_FRAME" val="{&quot;height&quot;:440,&quot;left&quot;:20,&quot;top&quot;:80,&quot;width&quot;:920}"/>
</p:tagLst>
</file>

<file path=ppt/tags/tag43.xml><?xml version="1.0" encoding="utf-8"?>
<p:tagLst xmlns:p="http://schemas.openxmlformats.org/presentationml/2006/main">
  <p:tag name="KSO_WM_DIAGRAM_VIRTUALLY_FRAME" val="{&quot;height&quot;:440,&quot;left&quot;:20,&quot;top&quot;:80,&quot;width&quot;:920}"/>
</p:tagLst>
</file>

<file path=ppt/tags/tag44.xml><?xml version="1.0" encoding="utf-8"?>
<p:tagLst xmlns:p="http://schemas.openxmlformats.org/presentationml/2006/main">
  <p:tag name="KSO_WM_DIAGRAM_VIRTUALLY_FRAME" val="{&quot;height&quot;:440,&quot;left&quot;:20,&quot;top&quot;:80,&quot;width&quot;:920}"/>
</p:tagLst>
</file>

<file path=ppt/tags/tag45.xml><?xml version="1.0" encoding="utf-8"?>
<p:tagLst xmlns:p="http://schemas.openxmlformats.org/presentationml/2006/main">
  <p:tag name="KSO_WM_DIAGRAM_VIRTUALLY_FRAME" val="{&quot;height&quot;:440,&quot;left&quot;:20,&quot;top&quot;:80,&quot;width&quot;:920}"/>
</p:tagLst>
</file>

<file path=ppt/tags/tag46.xml><?xml version="1.0" encoding="utf-8"?>
<p:tagLst xmlns:p="http://schemas.openxmlformats.org/presentationml/2006/main">
  <p:tag name="KSO_WM_DIAGRAM_VIRTUALLY_FRAME" val="{&quot;height&quot;:440,&quot;left&quot;:20,&quot;top&quot;:80,&quot;width&quot;:920}"/>
</p:tagLst>
</file>

<file path=ppt/tags/tag47.xml><?xml version="1.0" encoding="utf-8"?>
<p:tagLst xmlns:p="http://schemas.openxmlformats.org/presentationml/2006/main">
  <p:tag name="KSO_WM_DIAGRAM_VIRTUALLY_FRAME" val="{&quot;height&quot;:440,&quot;left&quot;:20,&quot;top&quot;:80,&quot;width&quot;:920}"/>
</p:tagLst>
</file>

<file path=ppt/tags/tag48.xml><?xml version="1.0" encoding="utf-8"?>
<p:tagLst xmlns:p="http://schemas.openxmlformats.org/presentationml/2006/main">
  <p:tag name="KSO_WM_DIAGRAM_VIRTUALLY_FRAME" val="{&quot;height&quot;:440,&quot;left&quot;:20,&quot;top&quot;:80,&quot;width&quot;:920}"/>
</p:tagLst>
</file>

<file path=ppt/tags/tag49.xml><?xml version="1.0" encoding="utf-8"?>
<p:tagLst xmlns:p="http://schemas.openxmlformats.org/presentationml/2006/main">
  <p:tag name="KSO_WM_DIAGRAM_VIRTUALLY_FRAME" val="{&quot;height&quot;:440,&quot;left&quot;:20,&quot;top&quot;:80,&quot;width&quot;:920}"/>
</p:tagLst>
</file>

<file path=ppt/tags/tag50.xml><?xml version="1.0" encoding="utf-8"?>
<p:tagLst xmlns:p="http://schemas.openxmlformats.org/presentationml/2006/main">
  <p:tag name="KSO_WM_DIAGRAM_VIRTUALLY_FRAME" val="{&quot;height&quot;:440,&quot;left&quot;:20,&quot;top&quot;:80,&quot;width&quot;:920}"/>
</p:tagLst>
</file>

<file path=ppt/tags/tag51.xml><?xml version="1.0" encoding="utf-8"?>
<p:tagLst xmlns:p="http://schemas.openxmlformats.org/presentationml/2006/main">
  <p:tag name="KSO_WM_DIAGRAM_VIRTUALLY_FRAME" val="{&quot;height&quot;:440,&quot;left&quot;:20,&quot;top&quot;:80,&quot;width&quot;:920}"/>
</p:tagLst>
</file>

<file path=ppt/tags/tag52.xml><?xml version="1.0" encoding="utf-8"?>
<p:tagLst xmlns:p="http://schemas.openxmlformats.org/presentationml/2006/main">
  <p:tag name="KSO_WM_DIAGRAM_VIRTUALLY_FRAME" val="{&quot;height&quot;:440,&quot;left&quot;:20,&quot;top&quot;:80,&quot;width&quot;:920}"/>
</p:tagLst>
</file>

<file path=ppt/tags/tag53.xml><?xml version="1.0" encoding="utf-8"?>
<p:tagLst xmlns:p="http://schemas.openxmlformats.org/presentationml/2006/main">
  <p:tag name="KSO_WM_DIAGRAM_VIRTUALLY_FRAME" val="{&quot;height&quot;:440,&quot;left&quot;:20,&quot;top&quot;:80,&quot;width&quot;:920}"/>
</p:tagLst>
</file>

<file path=ppt/tags/tag54.xml><?xml version="1.0" encoding="utf-8"?>
<p:tagLst xmlns:p="http://schemas.openxmlformats.org/presentationml/2006/main">
  <p:tag name="KSO_WM_DIAGRAM_VIRTUALLY_FRAME" val="{&quot;height&quot;:440,&quot;left&quot;:20,&quot;top&quot;:80,&quot;width&quot;:920}"/>
</p:tagLst>
</file>

<file path=ppt/tags/tag55.xml><?xml version="1.0" encoding="utf-8"?>
<p:tagLst xmlns:p="http://schemas.openxmlformats.org/presentationml/2006/main">
  <p:tag name="KSO_WM_DIAGRAM_VIRTUALLY_FRAME" val="{&quot;height&quot;:440,&quot;left&quot;:20,&quot;top&quot;:80,&quot;width&quot;:920}"/>
</p:tagLst>
</file>

<file path=ppt/tags/tag56.xml><?xml version="1.0" encoding="utf-8"?>
<p:tagLst xmlns:p="http://schemas.openxmlformats.org/presentationml/2006/main">
  <p:tag name="KSO_WM_DIAGRAM_VIRTUALLY_FRAME" val="{&quot;height&quot;:168,&quot;left&quot;:20,&quot;top&quot;:248,&quot;width&quot;:428}"/>
</p:tagLst>
</file>

<file path=ppt/tags/tag57.xml><?xml version="1.0" encoding="utf-8"?>
<p:tagLst xmlns:p="http://schemas.openxmlformats.org/presentationml/2006/main">
  <p:tag name="KSO_WM_DIAGRAM_VIRTUALLY_FRAME" val="{&quot;height&quot;:168,&quot;left&quot;:20,&quot;top&quot;:248,&quot;width&quot;:428}"/>
</p:tagLst>
</file>

<file path=ppt/tags/tag58.xml><?xml version="1.0" encoding="utf-8"?>
<p:tagLst xmlns:p="http://schemas.openxmlformats.org/presentationml/2006/main">
  <p:tag name="KSO_WM_DIAGRAM_VIRTUALLY_FRAME" val="{&quot;height&quot;:168,&quot;left&quot;:20,&quot;top&quot;:248,&quot;width&quot;:428}"/>
</p:tagLst>
</file>

<file path=ppt/tags/tag59.xml><?xml version="1.0" encoding="utf-8"?>
<p:tagLst xmlns:p="http://schemas.openxmlformats.org/presentationml/2006/main">
  <p:tag name="KSO_WM_DIAGRAM_VIRTUALLY_FRAME" val="{&quot;height&quot;:168,&quot;left&quot;:20,&quot;top&quot;:248,&quot;width&quot;:428}"/>
</p:tagLst>
</file>

<file path=ppt/tags/tag60.xml><?xml version="1.0" encoding="utf-8"?>
<p:tagLst xmlns:p="http://schemas.openxmlformats.org/presentationml/2006/main">
  <p:tag name="KSO_WM_DIAGRAM_VIRTUALLY_FRAME" val="{&quot;height&quot;:168,&quot;left&quot;:20,&quot;top&quot;:248,&quot;width&quot;:428}"/>
</p:tagLst>
</file>

<file path=ppt/tags/tag61.xml><?xml version="1.0" encoding="utf-8"?>
<p:tagLst xmlns:p="http://schemas.openxmlformats.org/presentationml/2006/main">
  <p:tag name="KSO_WM_DIAGRAM_VIRTUALLY_FRAME" val="{&quot;height&quot;:168,&quot;left&quot;:20,&quot;top&quot;:248,&quot;width&quot;:428}"/>
</p:tagLst>
</file>

<file path=ppt/tags/tag62.xml><?xml version="1.0" encoding="utf-8"?>
<p:tagLst xmlns:p="http://schemas.openxmlformats.org/presentationml/2006/main">
  <p:tag name="KSO_WM_DIAGRAM_VIRTUALLY_FRAME" val="{&quot;height&quot;:168,&quot;left&quot;:20,&quot;top&quot;:248,&quot;width&quot;:428}"/>
</p:tagLst>
</file>

<file path=ppt/tags/tag63.xml><?xml version="1.0" encoding="utf-8"?>
<p:tagLst xmlns:p="http://schemas.openxmlformats.org/presentationml/2006/main">
  <p:tag name="KSO_WM_DIAGRAM_VIRTUALLY_FRAME" val="{&quot;height&quot;:168,&quot;left&quot;:20,&quot;top&quot;:248,&quot;width&quot;:428}"/>
</p:tagLst>
</file>

<file path=ppt/tags/tag64.xml><?xml version="1.0" encoding="utf-8"?>
<p:tagLst xmlns:p="http://schemas.openxmlformats.org/presentationml/2006/main">
  <p:tag name="KSO_WM_DIAGRAM_VIRTUALLY_FRAME" val="{&quot;height&quot;:168,&quot;left&quot;:20,&quot;top&quot;:248,&quot;width&quot;:428}"/>
</p:tagLst>
</file>

<file path=ppt/tags/tag65.xml><?xml version="1.0" encoding="utf-8"?>
<p:tagLst xmlns:p="http://schemas.openxmlformats.org/presentationml/2006/main">
  <p:tag name="KSO_WM_DIAGRAM_VIRTUALLY_FRAME" val="{&quot;height&quot;:168,&quot;left&quot;:20,&quot;top&quot;:248,&quot;width&quot;:428}"/>
</p:tagLst>
</file>

<file path=ppt/tags/tag66.xml><?xml version="1.0" encoding="utf-8"?>
<p:tagLst xmlns:p="http://schemas.openxmlformats.org/presentationml/2006/main">
  <p:tag name="KSO_WM_DIAGRAM_VIRTUALLY_FRAME" val="{&quot;height&quot;:168,&quot;left&quot;:20,&quot;top&quot;:248,&quot;width&quot;:428}"/>
</p:tagLst>
</file>

<file path=ppt/tags/tag67.xml><?xml version="1.0" encoding="utf-8"?>
<p:tagLst xmlns:p="http://schemas.openxmlformats.org/presentationml/2006/main">
  <p:tag name="KSO_WM_DIAGRAM_VIRTUALLY_FRAME" val="{&quot;height&quot;:168,&quot;left&quot;:20,&quot;top&quot;:248,&quot;width&quot;:428}"/>
</p:tagLst>
</file>

<file path=ppt/tags/tag68.xml><?xml version="1.0" encoding="utf-8"?>
<p:tagLst xmlns:p="http://schemas.openxmlformats.org/presentationml/2006/main">
  <p:tag name="KSO_WM_DIAGRAM_VIRTUALLY_FRAME" val="{&quot;height&quot;:43.55,&quot;left&quot;:282.25,&quot;top&quot;:369,&quot;width&quot;:393.84503937007867}"/>
</p:tagLst>
</file>

<file path=ppt/tags/tag69.xml><?xml version="1.0" encoding="utf-8"?>
<p:tagLst xmlns:p="http://schemas.openxmlformats.org/presentationml/2006/main">
  <p:tag name="KSO_WM_DIAGRAM_VIRTUALLY_FRAME" val="{&quot;height&quot;:43.55,&quot;left&quot;:282.25,&quot;top&quot;:369,&quot;width&quot;:393.84503937007867}"/>
</p:tagLst>
</file>

<file path=ppt/tags/tag70.xml><?xml version="1.0" encoding="utf-8"?>
<p:tagLst xmlns:p="http://schemas.openxmlformats.org/presentationml/2006/main">
  <p:tag name="KSO_WM_DIAGRAM_VIRTUALLY_FRAME" val="{&quot;height&quot;:43.55,&quot;left&quot;:282.25,&quot;top&quot;:369,&quot;width&quot;:393.84503937007867}"/>
</p:tagLst>
</file>

<file path=ppt/tags/tag71.xml><?xml version="1.0" encoding="utf-8"?>
<p:tagLst xmlns:p="http://schemas.openxmlformats.org/presentationml/2006/main">
  <p:tag name="KSO_WM_DIAGRAM_VIRTUALLY_FRAME" val="{&quot;height&quot;:43.55,&quot;left&quot;:282.25,&quot;top&quot;:369,&quot;width&quot;:393.84503937007867}"/>
</p:tagLst>
</file>

<file path=ppt/theme/theme1.xml><?xml version="1.0" encoding="utf-8"?>
<a:theme xmlns:a="http://schemas.openxmlformats.org/drawingml/2006/main" name="Custom Theme">
  <a:themeElements>
    <a:clrScheme name="Custom">
      <a:dk1>
        <a:srgbClr val="000000"/>
      </a:dk1>
      <a:lt1>
        <a:srgbClr val="FFFFFF"/>
      </a:lt1>
      <a:dk2>
        <a:srgbClr val="E6E6E6"/>
      </a:dk2>
      <a:lt2>
        <a:srgbClr val="FFFFFF"/>
      </a:lt2>
      <a:accent1>
        <a:srgbClr val="E6E6FD"/>
      </a:accent1>
      <a:accent2>
        <a:srgbClr val="E1ADFD"/>
      </a:accent2>
      <a:accent3>
        <a:srgbClr val="94E7FC"/>
      </a:accent3>
      <a:accent4>
        <a:srgbClr val="3462F9"/>
      </a:accent4>
      <a:accent5>
        <a:srgbClr val="B0D9FC"/>
      </a:accent5>
      <a:accent6>
        <a:srgbClr val="C1D1FB"/>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Theme">
  <a:themeElements>
    <a:clrScheme name="Custom">
      <a:dk1>
        <a:srgbClr val="000000"/>
      </a:dk1>
      <a:lt1>
        <a:srgbClr val="FFFFFF"/>
      </a:lt1>
      <a:dk2>
        <a:srgbClr val="E6E6E6"/>
      </a:dk2>
      <a:lt2>
        <a:srgbClr val="FFFFFF"/>
      </a:lt2>
      <a:accent1>
        <a:srgbClr val="E6E6FD"/>
      </a:accent1>
      <a:accent2>
        <a:srgbClr val="E1ADFD"/>
      </a:accent2>
      <a:accent3>
        <a:srgbClr val="94E7FC"/>
      </a:accent3>
      <a:accent4>
        <a:srgbClr val="3462F9"/>
      </a:accent4>
      <a:accent5>
        <a:srgbClr val="B0D9FC"/>
      </a:accent5>
      <a:accent6>
        <a:srgbClr val="C1D1FB"/>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1116</Words>
  <Application>WPS 演示</Application>
  <PresentationFormat>On-screen Show (16:9)</PresentationFormat>
  <Paragraphs>143</Paragraphs>
  <Slides>16</Slides>
  <Notes>27</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16</vt:i4>
      </vt:variant>
    </vt:vector>
  </HeadingPairs>
  <TitlesOfParts>
    <vt:vector size="30" baseType="lpstr">
      <vt:lpstr>Arial</vt:lpstr>
      <vt:lpstr>宋体</vt:lpstr>
      <vt:lpstr>Wingdings</vt:lpstr>
      <vt:lpstr>MiSans</vt:lpstr>
      <vt:lpstr>MiSans</vt:lpstr>
      <vt:lpstr>Noto Sans SC</vt:lpstr>
      <vt:lpstr>Noto Sans SC</vt:lpstr>
      <vt:lpstr>Calibri</vt:lpstr>
      <vt:lpstr>微软雅黑</vt:lpstr>
      <vt:lpstr>Arial Unicode MS</vt:lpstr>
      <vt:lpstr>等线</vt:lpstr>
      <vt:lpstr>MS Gothic</vt:lpstr>
      <vt:lpstr>Microsoft JhengHei</vt:lpstr>
      <vt:lpstr>Custom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Moonshot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镜头·云端：摄影交流网站全栈开发之旅</dc:title>
  <dc:creator>Kimi</dc:creator>
  <dc:subject>镜头·云端：摄影交流网站全栈开发之旅</dc:subject>
  <cp:lastModifiedBy>企业用户_288457760</cp:lastModifiedBy>
  <cp:revision>5</cp:revision>
  <dcterms:created xsi:type="dcterms:W3CDTF">2025-09-30T02:45:00Z</dcterms:created>
  <dcterms:modified xsi:type="dcterms:W3CDTF">2025-09-30T03:18:49Z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{"Label":"镜头·云端：摄影交流网站全栈开发之旅","ContentProducer":"001191110108MACG2KBH8F10000","ProduceID":"d3dk049l88bpotcnb2b0","ReservedCode1":"","ContentPropagator":"001191110108MACG2KBH8F20000","PropagateID":"d3dk049l88bpotcnb2b0","ReservedCode2":""}</vt:lpwstr>
  </property>
  <property fmtid="{D5CDD505-2E9C-101B-9397-08002B2CF9AE}" pid="3" name="ICV">
    <vt:lpwstr>D773A718D0574A1787159A652462563E_12</vt:lpwstr>
  </property>
  <property fmtid="{D5CDD505-2E9C-101B-9397-08002B2CF9AE}" pid="4" name="KSOProductBuildVer">
    <vt:lpwstr>2052-12.1.0.19770</vt:lpwstr>
  </property>
</Properties>
</file>